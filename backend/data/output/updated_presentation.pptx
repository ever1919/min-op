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6.svg" ContentType="image/svg+xml"/>
  <Override PartName="/ppt/media/image28.svg" ContentType="image/svg+xml"/>
  <Override PartName="/ppt/media/image30.svg" ContentType="image/svg+xml"/>
  <Override PartName="/ppt/media/image48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86" r:id="rId6"/>
    <p:sldMasterId id="2147483712" r:id="rId7"/>
    <p:sldMasterId id="2147483715" r:id="rId8"/>
  </p:sldMasterIdLst>
  <p:notesMasterIdLst>
    <p:notesMasterId r:id="rId10"/>
  </p:notesMasterIdLst>
  <p:handoutMasterIdLst>
    <p:handoutMasterId r:id="rId11"/>
  </p:handoutMasterIdLst>
  <p:sldIdLst>
    <p:sldId id="771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A4"/>
    <a:srgbClr val="7500C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59439E-08BC-E2AB-70BC-1763088EC3E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538C4-DDEB-EC72-51C9-7CD027D731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C01FA-C2EB-4979-9424-9426BF6F641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74BA1-FA87-AA22-8BE9-E2518C2DA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81C99-9D71-254A-1E27-9A0898D585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C5270-AEF8-4BA7-A378-50DC2B3F6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4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EB80E-EC3D-493D-9492-C95C88AFD0A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E9218-1451-4D67-B79A-0EC3A28CF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5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CF07-E702-ED8F-99C3-7989D72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E75CC-F916-580F-F948-5D70D8E3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378BE-BC55-FA19-4662-CC48D2414B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D735C-9FD7-58A6-0B48-ABE308C10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Regular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 Regular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6561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8.emf"/><Relationship Id="rId19" Type="http://schemas.openxmlformats.org/officeDocument/2006/relationships/image" Target="../media/image25.png"/><Relationship Id="rId20" Type="http://schemas.openxmlformats.org/officeDocument/2006/relationships/image" Target="../media/image26.svg"/><Relationship Id="rId21" Type="http://schemas.openxmlformats.org/officeDocument/2006/relationships/image" Target="../media/image27.png"/><Relationship Id="rId22" Type="http://schemas.openxmlformats.org/officeDocument/2006/relationships/image" Target="../media/image28.svg"/><Relationship Id="rId23" Type="http://schemas.openxmlformats.org/officeDocument/2006/relationships/image" Target="../media/image29.png"/><Relationship Id="rId24" Type="http://schemas.openxmlformats.org/officeDocument/2006/relationships/image" Target="../media/image30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png"/><Relationship Id="rId3" Type="http://schemas.openxmlformats.org/officeDocument/2006/relationships/image" Target="../media/image4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9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2.png"/><Relationship Id="rId3" Type="http://schemas.openxmlformats.org/officeDocument/2006/relationships/image" Target="../media/image5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4.jpeg"/><Relationship Id="rId3" Type="http://schemas.openxmlformats.org/officeDocument/2006/relationships/image" Target="../media/image52.png"/><Relationship Id="rId4" Type="http://schemas.openxmlformats.org/officeDocument/2006/relationships/image" Target="../media/image53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2.png"/><Relationship Id="rId3" Type="http://schemas.openxmlformats.org/officeDocument/2006/relationships/image" Target="../media/image5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7.jpeg"/><Relationship Id="rId3" Type="http://schemas.openxmlformats.org/officeDocument/2006/relationships/image" Target="../media/image58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9.jpeg"/><Relationship Id="rId3" Type="http://schemas.openxmlformats.org/officeDocument/2006/relationships/image" Target="../media/image5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0.jpeg"/><Relationship Id="rId3" Type="http://schemas.openxmlformats.org/officeDocument/2006/relationships/image" Target="../media/image6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2.jpeg"/><Relationship Id="rId3" Type="http://schemas.openxmlformats.org/officeDocument/2006/relationships/image" Target="../media/image6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4.jpeg"/><Relationship Id="rId3" Type="http://schemas.openxmlformats.org/officeDocument/2006/relationships/image" Target="../media/image6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5.jpeg"/><Relationship Id="rId3" Type="http://schemas.openxmlformats.org/officeDocument/2006/relationships/image" Target="../media/image6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6.jpeg"/><Relationship Id="rId3" Type="http://schemas.openxmlformats.org/officeDocument/2006/relationships/image" Target="../media/image6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7.jpeg"/><Relationship Id="rId3" Type="http://schemas.openxmlformats.org/officeDocument/2006/relationships/image" Target="../media/image6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8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9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0.jpeg"/><Relationship Id="rId3" Type="http://schemas.openxmlformats.org/officeDocument/2006/relationships/image" Target="../media/image58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1.jpeg"/><Relationship Id="rId3" Type="http://schemas.openxmlformats.org/officeDocument/2006/relationships/image" Target="../media/image63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8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1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mailto:Amy.Ritz@Accenture.com" TargetMode="Externa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4.jpeg"/><Relationship Id="rId3" Type="http://schemas.openxmlformats.org/officeDocument/2006/relationships/image" Target="../media/image52.png"/><Relationship Id="rId4" Type="http://schemas.openxmlformats.org/officeDocument/2006/relationships/image" Target="../media/image5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Cover">
    <p:bg>
      <p:bgPr>
        <a:gradFill>
          <a:gsLst>
            <a:gs pos="0">
              <a:srgbClr val="F1F3F2"/>
            </a:gs>
            <a:gs pos="37000">
              <a:srgbClr val="F7F7F7"/>
            </a:gs>
            <a:gs pos="68500">
              <a:srgbClr val="FAFAFA"/>
            </a:gs>
            <a:gs pos="100000">
              <a:schemeClr val="bg1"/>
            </a:gs>
          </a:gsLst>
          <a:lin ang="1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E38087-2F5F-49BF-9C82-788C9BC2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-411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B5F58-392B-4370-804C-577C5EE6D9D4}"/>
              </a:ext>
            </a:extLst>
          </p:cNvPr>
          <p:cNvSpPr/>
          <p:nvPr userDrawn="1"/>
        </p:nvSpPr>
        <p:spPr bwMode="auto">
          <a:xfrm>
            <a:off x="0" y="-32696"/>
            <a:ext cx="12192000" cy="6890696"/>
          </a:xfrm>
          <a:prstGeom prst="rect">
            <a:avLst/>
          </a:prstGeom>
          <a:gradFill>
            <a:gsLst>
              <a:gs pos="32000">
                <a:schemeClr val="bg1"/>
              </a:gs>
              <a:gs pos="54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Master Brand 03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4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Master Brand 03 - GRADIENT GTS" hidden="1"/>
          <p:cNvGrpSpPr/>
          <p:nvPr userDrawn="1"/>
        </p:nvGrpSpPr>
        <p:grpSpPr bwMode="auto">
          <a:xfrm>
            <a:off x="2607278" y="1026844"/>
            <a:ext cx="4751149" cy="4850013"/>
            <a:chOff x="336907" y="342900"/>
            <a:chExt cx="2298344" cy="2346169"/>
          </a:xfrm>
        </p:grpSpPr>
        <p:sp>
          <p:nvSpPr>
            <p:cNvPr id="8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66" name="Master Brand 03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B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87" name="Master Brand 02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88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Master Brand 02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8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28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7" name="Master Brand 02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8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00FF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90" name="Master Brand 01 - Outline GTS" hidden="1"/>
          <p:cNvGrpSpPr>
            <a:grpSpLocks noChangeAspect="1"/>
          </p:cNvGrpSpPr>
          <p:nvPr userDrawn="1"/>
        </p:nvGrpSpPr>
        <p:grpSpPr bwMode="auto">
          <a:xfrm>
            <a:off x="2607278" y="1006057"/>
            <a:ext cx="4774072" cy="4870800"/>
            <a:chOff x="1620" y="-106"/>
            <a:chExt cx="4442" cy="4532"/>
          </a:xfrm>
        </p:grpSpPr>
        <p:sp>
          <p:nvSpPr>
            <p:cNvPr id="91" name="Freeform 5"/>
            <p:cNvSpPr>
              <a:spLocks/>
            </p:cNvSpPr>
            <p:nvPr userDrawn="1"/>
          </p:nvSpPr>
          <p:spPr bwMode="auto">
            <a:xfrm>
              <a:off x="1632" y="1715"/>
              <a:ext cx="4430" cy="2711"/>
            </a:xfrm>
            <a:custGeom>
              <a:avLst/>
              <a:gdLst>
                <a:gd name="T0" fmla="*/ 0 w 1872"/>
                <a:gd name="T1" fmla="*/ 722 h 1146"/>
                <a:gd name="T2" fmla="*/ 0 w 1872"/>
                <a:gd name="T3" fmla="*/ 722 h 1146"/>
                <a:gd name="T4" fmla="*/ 0 w 1872"/>
                <a:gd name="T5" fmla="*/ 1146 h 1146"/>
                <a:gd name="T6" fmla="*/ 1872 w 1872"/>
                <a:gd name="T7" fmla="*/ 385 h 1146"/>
                <a:gd name="T8" fmla="*/ 1872 w 1872"/>
                <a:gd name="T9" fmla="*/ 0 h 1146"/>
                <a:gd name="T10" fmla="*/ 0 w 1872"/>
                <a:gd name="T11" fmla="*/ 722 h 1146"/>
                <a:gd name="T12" fmla="*/ 0 w 1872"/>
                <a:gd name="T13" fmla="*/ 722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2" h="1146">
                  <a:moveTo>
                    <a:pt x="0" y="722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0" y="1146"/>
                    <a:pt x="0" y="1146"/>
                    <a:pt x="0" y="1146"/>
                  </a:cubicBezTo>
                  <a:cubicBezTo>
                    <a:pt x="1872" y="385"/>
                    <a:pt x="1872" y="385"/>
                    <a:pt x="1872" y="385"/>
                  </a:cubicBezTo>
                  <a:cubicBezTo>
                    <a:pt x="1872" y="0"/>
                    <a:pt x="1872" y="0"/>
                    <a:pt x="1872" y="0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22"/>
                    <a:pt x="0" y="722"/>
                    <a:pt x="0" y="722"/>
                  </a:cubicBez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1200000" scaled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6"/>
            <p:cNvSpPr>
              <a:spLocks/>
            </p:cNvSpPr>
            <p:nvPr userDrawn="1"/>
          </p:nvSpPr>
          <p:spPr bwMode="auto">
            <a:xfrm>
              <a:off x="1620" y="-106"/>
              <a:ext cx="4442" cy="2275"/>
            </a:xfrm>
            <a:custGeom>
              <a:avLst/>
              <a:gdLst>
                <a:gd name="T0" fmla="*/ 0 w 1877"/>
                <a:gd name="T1" fmla="*/ 0 h 962"/>
                <a:gd name="T2" fmla="*/ 0 w 1877"/>
                <a:gd name="T3" fmla="*/ 425 h 962"/>
                <a:gd name="T4" fmla="*/ 1377 w 1877"/>
                <a:gd name="T5" fmla="*/ 960 h 962"/>
                <a:gd name="T6" fmla="*/ 1381 w 1877"/>
                <a:gd name="T7" fmla="*/ 962 h 962"/>
                <a:gd name="T8" fmla="*/ 1419 w 1877"/>
                <a:gd name="T9" fmla="*/ 947 h 962"/>
                <a:gd name="T10" fmla="*/ 1388 w 1877"/>
                <a:gd name="T11" fmla="*/ 935 h 962"/>
                <a:gd name="T12" fmla="*/ 27 w 1877"/>
                <a:gd name="T13" fmla="*/ 408 h 962"/>
                <a:gd name="T14" fmla="*/ 27 w 1877"/>
                <a:gd name="T15" fmla="*/ 40 h 962"/>
                <a:gd name="T16" fmla="*/ 1850 w 1877"/>
                <a:gd name="T17" fmla="*/ 781 h 962"/>
                <a:gd name="T18" fmla="*/ 1877 w 1877"/>
                <a:gd name="T19" fmla="*/ 770 h 962"/>
                <a:gd name="T20" fmla="*/ 1877 w 1877"/>
                <a:gd name="T21" fmla="*/ 764 h 962"/>
                <a:gd name="T22" fmla="*/ 0 w 1877"/>
                <a:gd name="T23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77" h="962">
                  <a:moveTo>
                    <a:pt x="0" y="0"/>
                  </a:moveTo>
                  <a:cubicBezTo>
                    <a:pt x="0" y="425"/>
                    <a:pt x="0" y="425"/>
                    <a:pt x="0" y="425"/>
                  </a:cubicBezTo>
                  <a:cubicBezTo>
                    <a:pt x="428" y="591"/>
                    <a:pt x="943" y="792"/>
                    <a:pt x="1377" y="960"/>
                  </a:cubicBezTo>
                  <a:cubicBezTo>
                    <a:pt x="1381" y="962"/>
                    <a:pt x="1381" y="962"/>
                    <a:pt x="1381" y="962"/>
                  </a:cubicBezTo>
                  <a:cubicBezTo>
                    <a:pt x="1419" y="947"/>
                    <a:pt x="1419" y="947"/>
                    <a:pt x="1419" y="947"/>
                  </a:cubicBezTo>
                  <a:cubicBezTo>
                    <a:pt x="1388" y="935"/>
                    <a:pt x="1388" y="935"/>
                    <a:pt x="1388" y="935"/>
                  </a:cubicBezTo>
                  <a:cubicBezTo>
                    <a:pt x="959" y="769"/>
                    <a:pt x="452" y="573"/>
                    <a:pt x="27" y="408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1708" y="723"/>
                    <a:pt x="1839" y="777"/>
                    <a:pt x="1850" y="781"/>
                  </a:cubicBezTo>
                  <a:cubicBezTo>
                    <a:pt x="1877" y="770"/>
                    <a:pt x="1877" y="770"/>
                    <a:pt x="1877" y="770"/>
                  </a:cubicBezTo>
                  <a:cubicBezTo>
                    <a:pt x="1877" y="764"/>
                    <a:pt x="1877" y="764"/>
                    <a:pt x="1877" y="76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Master Brand 01 - GRADIENT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7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EA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51" name="Master Brand 01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2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EA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3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81" name="Consulting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7E00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1" name="Consulting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7E00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3" name="Consulting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4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7E00FF"/>
                </a:gs>
                <a:gs pos="100000">
                  <a:srgbClr val="380089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5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7E00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9" name="Digital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FFB600"/>
              </a:gs>
              <a:gs pos="98000">
                <a:srgbClr val="FF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2" name="Digital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60" name="Digital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61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FF00"/>
                </a:gs>
                <a:gs pos="100000">
                  <a:srgbClr val="FFB600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2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6" name="Operations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2800FF"/>
              </a:gs>
              <a:gs pos="98000">
                <a:srgbClr val="00F3FF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0" name="Operations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3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54" name="Operations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55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00F3FF"/>
                </a:gs>
                <a:gs pos="100000">
                  <a:srgbClr val="2800FF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56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3" name="Strategy - GRADIENT GTS" hidden="1"/>
          <p:cNvSpPr>
            <a:spLocks/>
          </p:cNvSpPr>
          <p:nvPr userDrawn="1"/>
        </p:nvSpPr>
        <p:spPr bwMode="auto">
          <a:xfrm>
            <a:off x="2623155" y="1011604"/>
            <a:ext cx="4750511" cy="4850013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710012"/>
              </a:gs>
              <a:gs pos="98000">
                <a:srgbClr val="FF00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69" name="Strate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36" name="Strategy - DIMENSIONAL GTS" hidden="1"/>
          <p:cNvGrpSpPr/>
          <p:nvPr userDrawn="1"/>
        </p:nvGrpSpPr>
        <p:grpSpPr bwMode="auto">
          <a:xfrm>
            <a:off x="2622518" y="1011604"/>
            <a:ext cx="4751149" cy="4850013"/>
            <a:chOff x="336907" y="342900"/>
            <a:chExt cx="2298344" cy="2346169"/>
          </a:xfrm>
        </p:grpSpPr>
        <p:sp>
          <p:nvSpPr>
            <p:cNvPr id="37" name="Freeform 12"/>
            <p:cNvSpPr>
              <a:spLocks/>
            </p:cNvSpPr>
            <p:nvPr userDrawn="1"/>
          </p:nvSpPr>
          <p:spPr bwMode="auto">
            <a:xfrm>
              <a:off x="336907" y="1283172"/>
              <a:ext cx="2298344" cy="1405897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710012"/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8" name="Freeform 11"/>
            <p:cNvSpPr>
              <a:spLocks/>
            </p:cNvSpPr>
            <p:nvPr userDrawn="1"/>
          </p:nvSpPr>
          <p:spPr bwMode="auto">
            <a:xfrm>
              <a:off x="336907" y="342900"/>
              <a:ext cx="2298344" cy="1412213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5" name="Technology - GRADIENT GTS" hidden="1"/>
          <p:cNvSpPr>
            <a:spLocks/>
          </p:cNvSpPr>
          <p:nvPr userDrawn="1"/>
        </p:nvSpPr>
        <p:spPr bwMode="auto">
          <a:xfrm>
            <a:off x="2623154" y="1012417"/>
            <a:ext cx="4752000" cy="4849200"/>
          </a:xfrm>
          <a:custGeom>
            <a:avLst/>
            <a:gdLst>
              <a:gd name="T0" fmla="*/ 0 w 1412"/>
              <a:gd name="T1" fmla="*/ 0 h 1442"/>
              <a:gd name="T2" fmla="*/ 0 w 1412"/>
              <a:gd name="T3" fmla="*/ 320 h 1442"/>
              <a:gd name="T4" fmla="*/ 1037 w 1412"/>
              <a:gd name="T5" fmla="*/ 723 h 1442"/>
              <a:gd name="T6" fmla="*/ 0 w 1412"/>
              <a:gd name="T7" fmla="*/ 1122 h 1442"/>
              <a:gd name="T8" fmla="*/ 0 w 1412"/>
              <a:gd name="T9" fmla="*/ 1442 h 1442"/>
              <a:gd name="T10" fmla="*/ 1412 w 1412"/>
              <a:gd name="T11" fmla="*/ 868 h 1442"/>
              <a:gd name="T12" fmla="*/ 1412 w 1412"/>
              <a:gd name="T13" fmla="*/ 575 h 1442"/>
              <a:gd name="T14" fmla="*/ 0 w 1412"/>
              <a:gd name="T15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12" h="1442"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20"/>
                  <a:pt x="907" y="672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gradFill>
            <a:gsLst>
              <a:gs pos="0">
                <a:srgbClr val="00F3FF"/>
              </a:gs>
              <a:gs pos="98000">
                <a:srgbClr val="00FF0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9" name="Technology - OUTLINED GTS" hidden="1"/>
          <p:cNvSpPr>
            <a:spLocks noEditPoints="1"/>
          </p:cNvSpPr>
          <p:nvPr userDrawn="1"/>
        </p:nvSpPr>
        <p:spPr bwMode="auto">
          <a:xfrm>
            <a:off x="2606930" y="1003887"/>
            <a:ext cx="4772285" cy="4872243"/>
          </a:xfrm>
          <a:custGeom>
            <a:avLst/>
            <a:gdLst>
              <a:gd name="T0" fmla="*/ 20 w 1412"/>
              <a:gd name="T1" fmla="*/ 30 h 1442"/>
              <a:gd name="T2" fmla="*/ 1392 w 1412"/>
              <a:gd name="T3" fmla="*/ 588 h 1442"/>
              <a:gd name="T4" fmla="*/ 1392 w 1412"/>
              <a:gd name="T5" fmla="*/ 855 h 1442"/>
              <a:gd name="T6" fmla="*/ 20 w 1412"/>
              <a:gd name="T7" fmla="*/ 1412 h 1442"/>
              <a:gd name="T8" fmla="*/ 20 w 1412"/>
              <a:gd name="T9" fmla="*/ 1136 h 1442"/>
              <a:gd name="T10" fmla="*/ 1044 w 1412"/>
              <a:gd name="T11" fmla="*/ 741 h 1442"/>
              <a:gd name="T12" fmla="*/ 1044 w 1412"/>
              <a:gd name="T13" fmla="*/ 741 h 1442"/>
              <a:gd name="T14" fmla="*/ 1092 w 1412"/>
              <a:gd name="T15" fmla="*/ 722 h 1442"/>
              <a:gd name="T16" fmla="*/ 1044 w 1412"/>
              <a:gd name="T17" fmla="*/ 704 h 1442"/>
              <a:gd name="T18" fmla="*/ 20 w 1412"/>
              <a:gd name="T19" fmla="*/ 307 h 1442"/>
              <a:gd name="T20" fmla="*/ 20 w 1412"/>
              <a:gd name="T21" fmla="*/ 30 h 1442"/>
              <a:gd name="T22" fmla="*/ 0 w 1412"/>
              <a:gd name="T23" fmla="*/ 0 h 1442"/>
              <a:gd name="T24" fmla="*/ 0 w 1412"/>
              <a:gd name="T25" fmla="*/ 320 h 1442"/>
              <a:gd name="T26" fmla="*/ 1037 w 1412"/>
              <a:gd name="T27" fmla="*/ 723 h 1442"/>
              <a:gd name="T28" fmla="*/ 1037 w 1412"/>
              <a:gd name="T29" fmla="*/ 723 h 1442"/>
              <a:gd name="T30" fmla="*/ 0 w 1412"/>
              <a:gd name="T31" fmla="*/ 1122 h 1442"/>
              <a:gd name="T32" fmla="*/ 0 w 1412"/>
              <a:gd name="T33" fmla="*/ 1442 h 1442"/>
              <a:gd name="T34" fmla="*/ 1412 w 1412"/>
              <a:gd name="T35" fmla="*/ 868 h 1442"/>
              <a:gd name="T36" fmla="*/ 1412 w 1412"/>
              <a:gd name="T37" fmla="*/ 868 h 1442"/>
              <a:gd name="T38" fmla="*/ 1412 w 1412"/>
              <a:gd name="T39" fmla="*/ 575 h 1442"/>
              <a:gd name="T40" fmla="*/ 0 w 1412"/>
              <a:gd name="T41" fmla="*/ 0 h 1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12" h="1442">
                <a:moveTo>
                  <a:pt x="20" y="30"/>
                </a:moveTo>
                <a:cubicBezTo>
                  <a:pt x="1392" y="588"/>
                  <a:pt x="1392" y="588"/>
                  <a:pt x="1392" y="588"/>
                </a:cubicBezTo>
                <a:cubicBezTo>
                  <a:pt x="1392" y="855"/>
                  <a:pt x="1392" y="855"/>
                  <a:pt x="1392" y="855"/>
                </a:cubicBezTo>
                <a:cubicBezTo>
                  <a:pt x="20" y="1412"/>
                  <a:pt x="20" y="1412"/>
                  <a:pt x="20" y="1412"/>
                </a:cubicBezTo>
                <a:cubicBezTo>
                  <a:pt x="20" y="1136"/>
                  <a:pt x="20" y="1136"/>
                  <a:pt x="20" y="1136"/>
                </a:cubicBezTo>
                <a:cubicBezTo>
                  <a:pt x="130" y="1093"/>
                  <a:pt x="924" y="787"/>
                  <a:pt x="1044" y="741"/>
                </a:cubicBezTo>
                <a:cubicBezTo>
                  <a:pt x="1044" y="741"/>
                  <a:pt x="1044" y="741"/>
                  <a:pt x="1044" y="741"/>
                </a:cubicBezTo>
                <a:cubicBezTo>
                  <a:pt x="1092" y="722"/>
                  <a:pt x="1092" y="722"/>
                  <a:pt x="1092" y="722"/>
                </a:cubicBezTo>
                <a:cubicBezTo>
                  <a:pt x="1044" y="704"/>
                  <a:pt x="1044" y="704"/>
                  <a:pt x="1044" y="704"/>
                </a:cubicBezTo>
                <a:cubicBezTo>
                  <a:pt x="721" y="579"/>
                  <a:pt x="340" y="431"/>
                  <a:pt x="20" y="307"/>
                </a:cubicBezTo>
                <a:cubicBezTo>
                  <a:pt x="20" y="30"/>
                  <a:pt x="20" y="30"/>
                  <a:pt x="20" y="30"/>
                </a:cubicBezTo>
                <a:moveTo>
                  <a:pt x="0" y="0"/>
                </a:moveTo>
                <a:cubicBezTo>
                  <a:pt x="0" y="320"/>
                  <a:pt x="0" y="320"/>
                  <a:pt x="0" y="320"/>
                </a:cubicBezTo>
                <a:cubicBezTo>
                  <a:pt x="322" y="445"/>
                  <a:pt x="710" y="596"/>
                  <a:pt x="1037" y="723"/>
                </a:cubicBezTo>
                <a:cubicBezTo>
                  <a:pt x="1037" y="723"/>
                  <a:pt x="1037" y="723"/>
                  <a:pt x="1037" y="723"/>
                </a:cubicBezTo>
                <a:cubicBezTo>
                  <a:pt x="907" y="772"/>
                  <a:pt x="0" y="1122"/>
                  <a:pt x="0" y="1122"/>
                </a:cubicBezTo>
                <a:cubicBezTo>
                  <a:pt x="0" y="1442"/>
                  <a:pt x="0" y="1442"/>
                  <a:pt x="0" y="1442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868"/>
                  <a:pt x="1412" y="868"/>
                  <a:pt x="1412" y="868"/>
                </a:cubicBezTo>
                <a:cubicBezTo>
                  <a:pt x="1412" y="575"/>
                  <a:pt x="1412" y="575"/>
                  <a:pt x="1412" y="575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00FF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" name="Accenture_Technology_WHITE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800" y="464712"/>
            <a:ext cx="3855600" cy="618771"/>
          </a:xfrm>
          <a:prstGeom prst="rect">
            <a:avLst/>
          </a:prstGeom>
        </p:spPr>
      </p:pic>
      <p:pic>
        <p:nvPicPr>
          <p:cNvPr id="24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000" y="459803"/>
            <a:ext cx="3276000" cy="623063"/>
          </a:xfrm>
          <a:prstGeom prst="rect">
            <a:avLst/>
          </a:prstGeom>
        </p:spPr>
      </p:pic>
      <p:pic>
        <p:nvPicPr>
          <p:cNvPr id="32" name="Accenture_Strategy_BLACK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59803"/>
            <a:ext cx="3276261" cy="623113"/>
          </a:xfrm>
          <a:prstGeom prst="rect">
            <a:avLst/>
          </a:prstGeom>
        </p:spPr>
      </p:pic>
      <p:pic>
        <p:nvPicPr>
          <p:cNvPr id="2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3225" y="476724"/>
            <a:ext cx="3704400" cy="613912"/>
          </a:xfrm>
          <a:prstGeom prst="rect">
            <a:avLst/>
          </a:prstGeom>
        </p:spPr>
      </p:pic>
      <p:pic>
        <p:nvPicPr>
          <p:cNvPr id="31" name="Accenture_Operations_BLACK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72739" y="476724"/>
            <a:ext cx="3704886" cy="613992"/>
          </a:xfrm>
          <a:prstGeom prst="rect">
            <a:avLst/>
          </a:prstGeom>
        </p:spPr>
      </p:pic>
      <p:pic>
        <p:nvPicPr>
          <p:cNvPr id="26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1110"/>
            <a:ext cx="3866400" cy="684773"/>
          </a:xfrm>
          <a:prstGeom prst="rect">
            <a:avLst/>
          </a:prstGeom>
        </p:spPr>
      </p:pic>
      <p:pic>
        <p:nvPicPr>
          <p:cNvPr id="34" name="Accenture_Mobility_BLACK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50" y="651110"/>
            <a:ext cx="3867150" cy="684905"/>
          </a:xfrm>
          <a:prstGeom prst="rect">
            <a:avLst/>
          </a:prstGeom>
        </p:spPr>
      </p:pic>
      <p:pic>
        <p:nvPicPr>
          <p:cNvPr id="28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42" name="Accenture_Interactive_BLACK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4100" y="657225"/>
            <a:ext cx="3866400" cy="683539"/>
          </a:xfrm>
          <a:prstGeom prst="rect">
            <a:avLst/>
          </a:prstGeom>
        </p:spPr>
      </p:pic>
      <p:pic>
        <p:nvPicPr>
          <p:cNvPr id="25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6400" cy="692114"/>
          </a:xfrm>
          <a:prstGeom prst="rect">
            <a:avLst/>
          </a:prstGeom>
        </p:spPr>
      </p:pic>
      <p:pic>
        <p:nvPicPr>
          <p:cNvPr id="33" name="Accenture_Analytics_BLACK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3349" y="658010"/>
            <a:ext cx="3867151" cy="692249"/>
          </a:xfrm>
          <a:prstGeom prst="rect">
            <a:avLst/>
          </a:prstGeom>
        </p:spPr>
      </p:pic>
      <p:pic>
        <p:nvPicPr>
          <p:cNvPr id="27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425" y="467886"/>
            <a:ext cx="2959200" cy="635308"/>
          </a:xfrm>
          <a:prstGeom prst="rect">
            <a:avLst/>
          </a:prstGeom>
        </p:spPr>
      </p:pic>
      <p:pic>
        <p:nvPicPr>
          <p:cNvPr id="35" name="Accenture_Digital_BLACK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2" y="467886"/>
            <a:ext cx="2959553" cy="635385"/>
          </a:xfrm>
          <a:prstGeom prst="rect">
            <a:avLst/>
          </a:prstGeom>
        </p:spPr>
      </p:pic>
      <p:pic>
        <p:nvPicPr>
          <p:cNvPr id="22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5225" y="464711"/>
            <a:ext cx="3722400" cy="633721"/>
          </a:xfrm>
          <a:prstGeom prst="rect">
            <a:avLst/>
          </a:prstGeom>
        </p:spPr>
      </p:pic>
      <p:pic>
        <p:nvPicPr>
          <p:cNvPr id="30" name="Accenture_Consulting_BLACK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756071" y="464711"/>
            <a:ext cx="3721554" cy="633578"/>
          </a:xfrm>
          <a:prstGeom prst="rect">
            <a:avLst/>
          </a:prstGeom>
        </p:spPr>
      </p:pic>
      <p:grpSp>
        <p:nvGrpSpPr>
          <p:cNvPr id="39" name="Accenture_MasterWHITE" hidden="1"/>
          <p:cNvGrpSpPr/>
          <p:nvPr userDrawn="1"/>
        </p:nvGrpSpPr>
        <p:grpSpPr bwMode="auto">
          <a:xfrm>
            <a:off x="7782263" y="470921"/>
            <a:ext cx="1828462" cy="530297"/>
            <a:chOff x="457202" y="420673"/>
            <a:chExt cx="2182661" cy="633434"/>
          </a:xfrm>
        </p:grpSpPr>
        <p:sp>
          <p:nvSpPr>
            <p:cNvPr id="40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43" name="Accenture_MasterBLACK" hidden="1"/>
          <p:cNvGrpSpPr/>
          <p:nvPr userDrawn="1"/>
        </p:nvGrpSpPr>
        <p:grpSpPr bwMode="auto">
          <a:xfrm>
            <a:off x="7767974" y="460549"/>
            <a:ext cx="1828462" cy="528825"/>
            <a:chOff x="476250" y="397668"/>
            <a:chExt cx="2195577" cy="635000"/>
          </a:xfrm>
        </p:grpSpPr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45" name="Accenture Black"/>
            <p:cNvPicPr>
              <a:picLocks noChangeAspect="1"/>
            </p:cNvPicPr>
            <p:nvPr userDrawn="1"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pic>
        <p:nvPicPr>
          <p:cNvPr id="96" name="Graphic 95">
            <a:extLst>
              <a:ext uri="{FF2B5EF4-FFF2-40B4-BE49-F238E27FC236}">
                <a16:creationId xmlns:a16="http://schemas.microsoft.com/office/drawing/2014/main" id="{195C551D-CBB4-4D8B-9995-9988F891D56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 bwMode="auto">
          <a:xfrm>
            <a:off x="10302875" y="325149"/>
            <a:ext cx="1552575" cy="409575"/>
          </a:xfrm>
          <a:prstGeom prst="rect">
            <a:avLst/>
          </a:prstGeom>
        </p:spPr>
      </p:pic>
      <p:sp>
        <p:nvSpPr>
          <p:cNvPr id="106" name="Text Placeholder 9">
            <a:extLst>
              <a:ext uri="{FF2B5EF4-FFF2-40B4-BE49-F238E27FC236}">
                <a16:creationId xmlns:a16="http://schemas.microsoft.com/office/drawing/2014/main" id="{D1183BD2-F7A6-4617-9C41-470003205D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346640" y="3389745"/>
            <a:ext cx="3859050" cy="44733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500" b="0" i="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LINE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754D960-1AA0-4A83-BDD0-A0B9D791FFB6}"/>
              </a:ext>
            </a:extLst>
          </p:cNvPr>
          <p:cNvGrpSpPr/>
          <p:nvPr userDrawn="1"/>
        </p:nvGrpSpPr>
        <p:grpSpPr bwMode="auto">
          <a:xfrm>
            <a:off x="-28572" y="-44656"/>
            <a:ext cx="4030830" cy="4139080"/>
            <a:chOff x="5303912" y="3275741"/>
            <a:chExt cx="381000" cy="391232"/>
          </a:xfrm>
        </p:grpSpPr>
        <p:pic>
          <p:nvPicPr>
            <p:cNvPr id="108" name="Graphic 107">
              <a:extLst>
                <a:ext uri="{FF2B5EF4-FFF2-40B4-BE49-F238E27FC236}">
                  <a16:creationId xmlns:a16="http://schemas.microsoft.com/office/drawing/2014/main" id="{A5E24E15-234A-473A-95B7-0AE2830E1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 bwMode="auto">
            <a:xfrm>
              <a:off x="5303912" y="3428848"/>
              <a:ext cx="381000" cy="238125"/>
            </a:xfrm>
            <a:prstGeom prst="rect">
              <a:avLst/>
            </a:prstGeom>
          </p:spPr>
        </p:pic>
        <p:pic>
          <p:nvPicPr>
            <p:cNvPr id="109" name="Graphic 108">
              <a:extLst>
                <a:ext uri="{FF2B5EF4-FFF2-40B4-BE49-F238E27FC236}">
                  <a16:creationId xmlns:a16="http://schemas.microsoft.com/office/drawing/2014/main" id="{CBBE9FCF-CFA3-4AA9-8600-DF7E79910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 bwMode="auto">
            <a:xfrm>
              <a:off x="5303912" y="3275741"/>
              <a:ext cx="381000" cy="238125"/>
            </a:xfrm>
            <a:prstGeom prst="rect">
              <a:avLst/>
            </a:prstGeom>
          </p:spPr>
        </p:pic>
      </p:grpSp>
      <p:sp>
        <p:nvSpPr>
          <p:cNvPr id="110" name="Title 2">
            <a:extLst>
              <a:ext uri="{FF2B5EF4-FFF2-40B4-BE49-F238E27FC236}">
                <a16:creationId xmlns:a16="http://schemas.microsoft.com/office/drawing/2014/main" id="{DE9A680C-ACC0-4701-BBB2-E82A255596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346640" y="1510524"/>
            <a:ext cx="5353246" cy="1862538"/>
          </a:xfrm>
        </p:spPr>
        <p:txBody>
          <a:bodyPr tIns="252000" anchor="t"/>
          <a:lstStyle>
            <a:lvl1pPr>
              <a:lnSpc>
                <a:spcPct val="70000"/>
              </a:lnSpc>
              <a:defRPr sz="5000" spc="-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 Master title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327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45019" y="1803400"/>
            <a:ext cx="5589056" cy="4254500"/>
          </a:xfrm>
        </p:spPr>
        <p:txBody>
          <a:bodyPr/>
          <a:lstStyle>
            <a:lvl1pPr>
              <a:lnSpc>
                <a:spcPct val="80000"/>
              </a:lnSpc>
              <a:defRPr sz="5067" cap="all" baseline="0"/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 bwMode="auto">
          <a:xfrm>
            <a:off x="6276975" y="1763713"/>
            <a:ext cx="55784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42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>
            <a:off x="345017" y="332076"/>
            <a:ext cx="10027707" cy="77613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13"/>
            <a:ext cx="10027707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 marL="182875">
              <a:defRPr lang="en-US" sz="1800" dirty="0" smtClean="0"/>
            </a:lvl2pPr>
            <a:lvl3pPr marL="365751"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54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3713"/>
            <a:ext cx="5589056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276975" y="1763714"/>
            <a:ext cx="5578475" cy="429418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131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7" y="1763729"/>
            <a:ext cx="3583476" cy="429417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8256656" y="1763713"/>
            <a:ext cx="359879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4271392" y="1763713"/>
            <a:ext cx="3642363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10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1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3314700" y="1763713"/>
            <a:ext cx="2619375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6" y="1763713"/>
            <a:ext cx="262678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/>
          </p:nvPr>
        </p:nvSpPr>
        <p:spPr bwMode="auto">
          <a:xfrm>
            <a:off x="9239250" y="1763713"/>
            <a:ext cx="2616200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7"/>
          </p:nvPr>
        </p:nvSpPr>
        <p:spPr bwMode="auto">
          <a:xfrm>
            <a:off x="6276975" y="1763713"/>
            <a:ext cx="2619374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651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content (chart,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 bwMode="auto">
          <a:xfrm>
            <a:off x="4800600" y="1763713"/>
            <a:ext cx="7054849" cy="42941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 bwMode="auto">
          <a:xfrm>
            <a:off x="345017" y="1763713"/>
            <a:ext cx="4103158" cy="429418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 smtClean="0"/>
            </a:lvl1pPr>
            <a:lvl2pPr>
              <a:defRPr lang="en-US" sz="1800" b="1" dirty="0" smtClean="0"/>
            </a:lvl2pPr>
            <a:lvl3pPr>
              <a:defRPr lang="en-US" sz="1800" b="1" dirty="0" smtClean="0"/>
            </a:lvl3pPr>
            <a:lvl4pPr>
              <a:defRPr lang="en-US" sz="1800" b="0" dirty="0" smtClean="0"/>
            </a:lvl4pPr>
            <a:lvl5pPr>
              <a:defRPr lang="en-US" sz="1800" b="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464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 hasCustomPrompt="1"/>
          </p:nvPr>
        </p:nvSpPr>
        <p:spPr bwMode="auto">
          <a:xfrm>
            <a:off x="345018" y="1763713"/>
            <a:ext cx="11510432" cy="4294187"/>
          </a:xfrm>
        </p:spPr>
        <p:txBody>
          <a:bodyPr/>
          <a:lstStyle>
            <a:lvl1pPr>
              <a:defRPr sz="1800" baseline="0"/>
            </a:lvl1pPr>
          </a:lstStyle>
          <a:p>
            <a:pPr lvl="0"/>
            <a:r>
              <a:rPr lang="en-US"/>
              <a:t>Content: chart, graph, picture.</a:t>
            </a:r>
          </a:p>
        </p:txBody>
      </p:sp>
    </p:spTree>
    <p:extLst>
      <p:ext uri="{BB962C8B-B14F-4D97-AF65-F5344CB8AC3E}">
        <p14:creationId xmlns:p14="http://schemas.microsoft.com/office/powerpoint/2010/main" val="28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ECC89-27C3-4C1A-8574-E487E9ECE59A}"/>
              </a:ext>
            </a:extLst>
          </p:cNvPr>
          <p:cNvSpPr txBox="1"/>
          <p:nvPr userDrawn="1"/>
        </p:nvSpPr>
        <p:spPr bwMode="auto">
          <a:xfrm>
            <a:off x="33866" y="8399"/>
            <a:ext cx="1704622" cy="1472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chemeClr val="tx1"/>
                </a:solidFill>
              </a:rPr>
              <a:t>Restricted – Internal Use Only</a:t>
            </a:r>
          </a:p>
          <a:p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60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/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334963" y="2730724"/>
            <a:ext cx="8561387" cy="1213672"/>
          </a:xfrm>
        </p:spPr>
        <p:txBody>
          <a:bodyPr anchor="ctr"/>
          <a:lstStyle>
            <a:lvl1pPr>
              <a:lnSpc>
                <a:spcPct val="80000"/>
              </a:lnSpc>
              <a:defRPr sz="5867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</a:t>
            </a:r>
          </a:p>
        </p:txBody>
      </p:sp>
      <p:pic>
        <p:nvPicPr>
          <p:cNvPr id="31" name="Accenture_Technology_WHITE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246366"/>
            <a:ext cx="2023200" cy="324696"/>
          </a:xfrm>
          <a:prstGeom prst="rect">
            <a:avLst/>
          </a:prstGeom>
        </p:spPr>
      </p:pic>
      <p:pic>
        <p:nvPicPr>
          <p:cNvPr id="18" name="Accenture_Strategy_WHITEOUT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5" name="Accenture_Strategy_WHITE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676"/>
            <a:ext cx="1728000" cy="328649"/>
          </a:xfrm>
          <a:prstGeom prst="rect">
            <a:avLst/>
          </a:prstGeom>
        </p:spPr>
      </p:pic>
      <p:pic>
        <p:nvPicPr>
          <p:cNvPr id="34" name="Accenture_Operations_WHITEOUT" hidden="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3" name="Accenture_Operations_WHITE" hidden="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6538" y="6249458"/>
            <a:ext cx="1972800" cy="326942"/>
          </a:xfrm>
          <a:prstGeom prst="rect">
            <a:avLst/>
          </a:prstGeom>
        </p:spPr>
      </p:pic>
      <p:pic>
        <p:nvPicPr>
          <p:cNvPr id="35" name="Accenture_Mobility_WHITEOUT" hidden="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19" name="Accenture_Mobility_WHITE" hidden="1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41042"/>
            <a:ext cx="2044800" cy="362152"/>
          </a:xfrm>
          <a:prstGeom prst="rect">
            <a:avLst/>
          </a:prstGeom>
        </p:spPr>
      </p:pic>
      <p:pic>
        <p:nvPicPr>
          <p:cNvPr id="36" name="Accenture_Interactive_WHITEOUT" hidden="1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Interactive_WHITE" hidden="1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38" name="Accenture_Analytics_WHITEOUT" hidden="1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37" name="Accenture_Analytics_WHITE" hidden="1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6" name="Accenture_Digital_WHITEOUT" hidden="1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8" name="Accenture_Digital_WHITE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285"/>
            <a:ext cx="1544400" cy="331566"/>
          </a:xfrm>
          <a:prstGeom prst="rect">
            <a:avLst/>
          </a:prstGeom>
        </p:spPr>
      </p:pic>
      <p:pic>
        <p:nvPicPr>
          <p:cNvPr id="15" name="Accenture_Consulting_WHITEOUT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pic>
        <p:nvPicPr>
          <p:cNvPr id="4" name="Accenture_Consulting_WHITE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7239" y="6244518"/>
            <a:ext cx="1944000" cy="330957"/>
          </a:xfrm>
          <a:prstGeom prst="rect">
            <a:avLst/>
          </a:prstGeom>
        </p:spPr>
      </p:pic>
      <p:grpSp>
        <p:nvGrpSpPr>
          <p:cNvPr id="23" name="Accenture_Master" hidden="1"/>
          <p:cNvGrpSpPr/>
          <p:nvPr userDrawn="1"/>
        </p:nvGrpSpPr>
        <p:grpSpPr bwMode="auto">
          <a:xfrm>
            <a:off x="345019" y="6246662"/>
            <a:ext cx="957526" cy="277705"/>
            <a:chOff x="457202" y="420673"/>
            <a:chExt cx="2182661" cy="633434"/>
          </a:xfrm>
        </p:grpSpPr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457202" y="668790"/>
              <a:ext cx="2182661" cy="385317"/>
            </a:xfrm>
            <a:custGeom>
              <a:avLst/>
              <a:gdLst>
                <a:gd name="T0" fmla="*/ 35 w 765"/>
                <a:gd name="T1" fmla="*/ 118 h 135"/>
                <a:gd name="T2" fmla="*/ 56 w 765"/>
                <a:gd name="T3" fmla="*/ 88 h 135"/>
                <a:gd name="T4" fmla="*/ 78 w 765"/>
                <a:gd name="T5" fmla="*/ 62 h 135"/>
                <a:gd name="T6" fmla="*/ 4 w 765"/>
                <a:gd name="T7" fmla="*/ 62 h 135"/>
                <a:gd name="T8" fmla="*/ 42 w 765"/>
                <a:gd name="T9" fmla="*/ 47 h 135"/>
                <a:gd name="T10" fmla="*/ 56 w 765"/>
                <a:gd name="T11" fmla="*/ 75 h 135"/>
                <a:gd name="T12" fmla="*/ 30 w 765"/>
                <a:gd name="T13" fmla="*/ 135 h 135"/>
                <a:gd name="T14" fmla="*/ 56 w 765"/>
                <a:gd name="T15" fmla="*/ 121 h 135"/>
                <a:gd name="T16" fmla="*/ 78 w 765"/>
                <a:gd name="T17" fmla="*/ 132 h 135"/>
                <a:gd name="T18" fmla="*/ 132 w 765"/>
                <a:gd name="T19" fmla="*/ 47 h 135"/>
                <a:gd name="T20" fmla="*/ 154 w 765"/>
                <a:gd name="T21" fmla="*/ 118 h 135"/>
                <a:gd name="T22" fmla="*/ 171 w 765"/>
                <a:gd name="T23" fmla="*/ 130 h 135"/>
                <a:gd name="T24" fmla="*/ 88 w 765"/>
                <a:gd name="T25" fmla="*/ 78 h 135"/>
                <a:gd name="T26" fmla="*/ 172 w 765"/>
                <a:gd name="T27" fmla="*/ 67 h 135"/>
                <a:gd name="T28" fmla="*/ 236 w 765"/>
                <a:gd name="T29" fmla="*/ 67 h 135"/>
                <a:gd name="T30" fmla="*/ 202 w 765"/>
                <a:gd name="T31" fmla="*/ 74 h 135"/>
                <a:gd name="T32" fmla="*/ 260 w 765"/>
                <a:gd name="T33" fmla="*/ 116 h 135"/>
                <a:gd name="T34" fmla="*/ 231 w 765"/>
                <a:gd name="T35" fmla="*/ 135 h 135"/>
                <a:gd name="T36" fmla="*/ 223 w 765"/>
                <a:gd name="T37" fmla="*/ 31 h 135"/>
                <a:gd name="T38" fmla="*/ 236 w 765"/>
                <a:gd name="T39" fmla="*/ 67 h 135"/>
                <a:gd name="T40" fmla="*/ 291 w 765"/>
                <a:gd name="T41" fmla="*/ 63 h 135"/>
                <a:gd name="T42" fmla="*/ 327 w 765"/>
                <a:gd name="T43" fmla="*/ 63 h 135"/>
                <a:gd name="T44" fmla="*/ 349 w 765"/>
                <a:gd name="T45" fmla="*/ 71 h 135"/>
                <a:gd name="T46" fmla="*/ 269 w 765"/>
                <a:gd name="T47" fmla="*/ 77 h 135"/>
                <a:gd name="T48" fmla="*/ 347 w 765"/>
                <a:gd name="T49" fmla="*/ 131 h 135"/>
                <a:gd name="T50" fmla="*/ 328 w 765"/>
                <a:gd name="T51" fmla="*/ 118 h 135"/>
                <a:gd name="T52" fmla="*/ 349 w 765"/>
                <a:gd name="T53" fmla="*/ 77 h 135"/>
                <a:gd name="T54" fmla="*/ 418 w 765"/>
                <a:gd name="T55" fmla="*/ 76 h 135"/>
                <a:gd name="T56" fmla="*/ 408 w 765"/>
                <a:gd name="T57" fmla="*/ 52 h 135"/>
                <a:gd name="T58" fmla="*/ 384 w 765"/>
                <a:gd name="T59" fmla="*/ 132 h 135"/>
                <a:gd name="T60" fmla="*/ 361 w 765"/>
                <a:gd name="T61" fmla="*/ 33 h 135"/>
                <a:gd name="T62" fmla="*/ 384 w 765"/>
                <a:gd name="T63" fmla="*/ 51 h 135"/>
                <a:gd name="T64" fmla="*/ 414 w 765"/>
                <a:gd name="T65" fmla="*/ 31 h 135"/>
                <a:gd name="T66" fmla="*/ 441 w 765"/>
                <a:gd name="T67" fmla="*/ 132 h 135"/>
                <a:gd name="T68" fmla="*/ 489 w 765"/>
                <a:gd name="T69" fmla="*/ 49 h 135"/>
                <a:gd name="T70" fmla="*/ 505 w 765"/>
                <a:gd name="T71" fmla="*/ 118 h 135"/>
                <a:gd name="T72" fmla="*/ 516 w 765"/>
                <a:gd name="T73" fmla="*/ 133 h 135"/>
                <a:gd name="T74" fmla="*/ 466 w 765"/>
                <a:gd name="T75" fmla="*/ 107 h 135"/>
                <a:gd name="T76" fmla="*/ 447 w 765"/>
                <a:gd name="T77" fmla="*/ 49 h 135"/>
                <a:gd name="T78" fmla="*/ 466 w 765"/>
                <a:gd name="T79" fmla="*/ 33 h 135"/>
                <a:gd name="T80" fmla="*/ 489 w 765"/>
                <a:gd name="T81" fmla="*/ 0 h 135"/>
                <a:gd name="T82" fmla="*/ 519 w 765"/>
                <a:gd name="T83" fmla="*/ 33 h 135"/>
                <a:gd name="T84" fmla="*/ 489 w 765"/>
                <a:gd name="T85" fmla="*/ 49 h 135"/>
                <a:gd name="T86" fmla="*/ 586 w 765"/>
                <a:gd name="T87" fmla="*/ 114 h 135"/>
                <a:gd name="T88" fmla="*/ 556 w 765"/>
                <a:gd name="T89" fmla="*/ 135 h 135"/>
                <a:gd name="T90" fmla="*/ 529 w 765"/>
                <a:gd name="T91" fmla="*/ 33 h 135"/>
                <a:gd name="T92" fmla="*/ 552 w 765"/>
                <a:gd name="T93" fmla="*/ 90 h 135"/>
                <a:gd name="T94" fmla="*/ 563 w 765"/>
                <a:gd name="T95" fmla="*/ 113 h 135"/>
                <a:gd name="T96" fmla="*/ 586 w 765"/>
                <a:gd name="T97" fmla="*/ 33 h 135"/>
                <a:gd name="T98" fmla="*/ 609 w 765"/>
                <a:gd name="T99" fmla="*/ 132 h 135"/>
                <a:gd name="T100" fmla="*/ 647 w 765"/>
                <a:gd name="T101" fmla="*/ 89 h 135"/>
                <a:gd name="T102" fmla="*/ 624 w 765"/>
                <a:gd name="T103" fmla="*/ 132 h 135"/>
                <a:gd name="T104" fmla="*/ 647 w 765"/>
                <a:gd name="T105" fmla="*/ 33 h 135"/>
                <a:gd name="T106" fmla="*/ 648 w 765"/>
                <a:gd name="T107" fmla="*/ 51 h 135"/>
                <a:gd name="T108" fmla="*/ 680 w 765"/>
                <a:gd name="T109" fmla="*/ 55 h 135"/>
                <a:gd name="T110" fmla="*/ 743 w 765"/>
                <a:gd name="T111" fmla="*/ 63 h 135"/>
                <a:gd name="T112" fmla="*/ 726 w 765"/>
                <a:gd name="T113" fmla="*/ 45 h 135"/>
                <a:gd name="T114" fmla="*/ 765 w 765"/>
                <a:gd name="T115" fmla="*/ 77 h 135"/>
                <a:gd name="T116" fmla="*/ 727 w 765"/>
                <a:gd name="T117" fmla="*/ 31 h 135"/>
                <a:gd name="T118" fmla="*/ 735 w 765"/>
                <a:gd name="T119" fmla="*/ 135 h 135"/>
                <a:gd name="T120" fmla="*/ 763 w 765"/>
                <a:gd name="T121" fmla="*/ 115 h 135"/>
                <a:gd name="T122" fmla="*/ 706 w 765"/>
                <a:gd name="T123" fmla="*/ 7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65" h="135">
                  <a:moveTo>
                    <a:pt x="56" y="88"/>
                  </a:moveTo>
                  <a:cubicBezTo>
                    <a:pt x="56" y="101"/>
                    <a:pt x="51" y="118"/>
                    <a:pt x="35" y="118"/>
                  </a:cubicBezTo>
                  <a:cubicBezTo>
                    <a:pt x="28" y="118"/>
                    <a:pt x="23" y="114"/>
                    <a:pt x="23" y="106"/>
                  </a:cubicBezTo>
                  <a:cubicBezTo>
                    <a:pt x="23" y="91"/>
                    <a:pt x="45" y="88"/>
                    <a:pt x="56" y="88"/>
                  </a:cubicBezTo>
                  <a:close/>
                  <a:moveTo>
                    <a:pt x="78" y="132"/>
                  </a:moveTo>
                  <a:cubicBezTo>
                    <a:pt x="78" y="62"/>
                    <a:pt x="78" y="62"/>
                    <a:pt x="78" y="62"/>
                  </a:cubicBezTo>
                  <a:cubicBezTo>
                    <a:pt x="78" y="38"/>
                    <a:pt x="63" y="31"/>
                    <a:pt x="42" y="31"/>
                  </a:cubicBezTo>
                  <a:cubicBezTo>
                    <a:pt x="21" y="31"/>
                    <a:pt x="4" y="39"/>
                    <a:pt x="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2"/>
                    <a:pt x="32" y="47"/>
                    <a:pt x="42" y="47"/>
                  </a:cubicBezTo>
                  <a:cubicBezTo>
                    <a:pt x="53" y="47"/>
                    <a:pt x="56" y="55"/>
                    <a:pt x="56" y="6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6"/>
                    <a:pt x="0" y="79"/>
                    <a:pt x="0" y="109"/>
                  </a:cubicBezTo>
                  <a:cubicBezTo>
                    <a:pt x="0" y="125"/>
                    <a:pt x="14" y="135"/>
                    <a:pt x="30" y="135"/>
                  </a:cubicBezTo>
                  <a:cubicBezTo>
                    <a:pt x="41" y="135"/>
                    <a:pt x="51" y="131"/>
                    <a:pt x="56" y="121"/>
                  </a:cubicBezTo>
                  <a:cubicBezTo>
                    <a:pt x="56" y="121"/>
                    <a:pt x="56" y="121"/>
                    <a:pt x="56" y="121"/>
                  </a:cubicBezTo>
                  <a:cubicBezTo>
                    <a:pt x="56" y="132"/>
                    <a:pt x="56" y="132"/>
                    <a:pt x="56" y="132"/>
                  </a:cubicBezTo>
                  <a:lnTo>
                    <a:pt x="78" y="132"/>
                  </a:lnTo>
                  <a:close/>
                  <a:moveTo>
                    <a:pt x="147" y="67"/>
                  </a:moveTo>
                  <a:cubicBezTo>
                    <a:pt x="147" y="57"/>
                    <a:pt x="144" y="47"/>
                    <a:pt x="132" y="47"/>
                  </a:cubicBezTo>
                  <a:cubicBezTo>
                    <a:pt x="117" y="47"/>
                    <a:pt x="113" y="62"/>
                    <a:pt x="113" y="74"/>
                  </a:cubicBezTo>
                  <a:cubicBezTo>
                    <a:pt x="113" y="99"/>
                    <a:pt x="128" y="118"/>
                    <a:pt x="154" y="118"/>
                  </a:cubicBezTo>
                  <a:cubicBezTo>
                    <a:pt x="160" y="118"/>
                    <a:pt x="165" y="118"/>
                    <a:pt x="171" y="116"/>
                  </a:cubicBezTo>
                  <a:cubicBezTo>
                    <a:pt x="171" y="130"/>
                    <a:pt x="171" y="130"/>
                    <a:pt x="171" y="130"/>
                  </a:cubicBezTo>
                  <a:cubicBezTo>
                    <a:pt x="161" y="133"/>
                    <a:pt x="151" y="135"/>
                    <a:pt x="142" y="135"/>
                  </a:cubicBezTo>
                  <a:cubicBezTo>
                    <a:pt x="106" y="135"/>
                    <a:pt x="88" y="113"/>
                    <a:pt x="88" y="78"/>
                  </a:cubicBezTo>
                  <a:cubicBezTo>
                    <a:pt x="88" y="49"/>
                    <a:pt x="104" y="31"/>
                    <a:pt x="134" y="31"/>
                  </a:cubicBezTo>
                  <a:cubicBezTo>
                    <a:pt x="158" y="31"/>
                    <a:pt x="172" y="42"/>
                    <a:pt x="172" y="67"/>
                  </a:cubicBezTo>
                  <a:lnTo>
                    <a:pt x="147" y="67"/>
                  </a:lnTo>
                  <a:close/>
                  <a:moveTo>
                    <a:pt x="236" y="67"/>
                  </a:moveTo>
                  <a:cubicBezTo>
                    <a:pt x="236" y="57"/>
                    <a:pt x="233" y="47"/>
                    <a:pt x="221" y="47"/>
                  </a:cubicBezTo>
                  <a:cubicBezTo>
                    <a:pt x="206" y="47"/>
                    <a:pt x="202" y="62"/>
                    <a:pt x="202" y="74"/>
                  </a:cubicBezTo>
                  <a:cubicBezTo>
                    <a:pt x="202" y="99"/>
                    <a:pt x="217" y="118"/>
                    <a:pt x="243" y="118"/>
                  </a:cubicBezTo>
                  <a:cubicBezTo>
                    <a:pt x="249" y="118"/>
                    <a:pt x="254" y="118"/>
                    <a:pt x="260" y="116"/>
                  </a:cubicBezTo>
                  <a:cubicBezTo>
                    <a:pt x="260" y="130"/>
                    <a:pt x="260" y="130"/>
                    <a:pt x="260" y="130"/>
                  </a:cubicBezTo>
                  <a:cubicBezTo>
                    <a:pt x="250" y="133"/>
                    <a:pt x="241" y="135"/>
                    <a:pt x="231" y="135"/>
                  </a:cubicBezTo>
                  <a:cubicBezTo>
                    <a:pt x="195" y="135"/>
                    <a:pt x="177" y="113"/>
                    <a:pt x="177" y="78"/>
                  </a:cubicBezTo>
                  <a:cubicBezTo>
                    <a:pt x="177" y="49"/>
                    <a:pt x="193" y="31"/>
                    <a:pt x="223" y="31"/>
                  </a:cubicBezTo>
                  <a:cubicBezTo>
                    <a:pt x="247" y="31"/>
                    <a:pt x="261" y="42"/>
                    <a:pt x="261" y="67"/>
                  </a:cubicBezTo>
                  <a:lnTo>
                    <a:pt x="236" y="67"/>
                  </a:lnTo>
                  <a:close/>
                  <a:moveTo>
                    <a:pt x="327" y="63"/>
                  </a:moveTo>
                  <a:cubicBezTo>
                    <a:pt x="291" y="63"/>
                    <a:pt x="291" y="63"/>
                    <a:pt x="291" y="63"/>
                  </a:cubicBezTo>
                  <a:cubicBezTo>
                    <a:pt x="292" y="53"/>
                    <a:pt x="300" y="45"/>
                    <a:pt x="310" y="45"/>
                  </a:cubicBezTo>
                  <a:cubicBezTo>
                    <a:pt x="320" y="45"/>
                    <a:pt x="327" y="52"/>
                    <a:pt x="327" y="63"/>
                  </a:cubicBezTo>
                  <a:close/>
                  <a:moveTo>
                    <a:pt x="349" y="77"/>
                  </a:moveTo>
                  <a:cubicBezTo>
                    <a:pt x="349" y="71"/>
                    <a:pt x="349" y="71"/>
                    <a:pt x="349" y="71"/>
                  </a:cubicBezTo>
                  <a:cubicBezTo>
                    <a:pt x="349" y="47"/>
                    <a:pt x="337" y="31"/>
                    <a:pt x="311" y="31"/>
                  </a:cubicBezTo>
                  <a:cubicBezTo>
                    <a:pt x="282" y="31"/>
                    <a:pt x="269" y="49"/>
                    <a:pt x="269" y="77"/>
                  </a:cubicBezTo>
                  <a:cubicBezTo>
                    <a:pt x="269" y="110"/>
                    <a:pt x="283" y="135"/>
                    <a:pt x="319" y="135"/>
                  </a:cubicBezTo>
                  <a:cubicBezTo>
                    <a:pt x="328" y="135"/>
                    <a:pt x="338" y="134"/>
                    <a:pt x="347" y="131"/>
                  </a:cubicBezTo>
                  <a:cubicBezTo>
                    <a:pt x="347" y="115"/>
                    <a:pt x="347" y="115"/>
                    <a:pt x="347" y="115"/>
                  </a:cubicBezTo>
                  <a:cubicBezTo>
                    <a:pt x="341" y="117"/>
                    <a:pt x="334" y="118"/>
                    <a:pt x="328" y="118"/>
                  </a:cubicBezTo>
                  <a:cubicBezTo>
                    <a:pt x="305" y="118"/>
                    <a:pt x="290" y="98"/>
                    <a:pt x="290" y="77"/>
                  </a:cubicBezTo>
                  <a:lnTo>
                    <a:pt x="349" y="77"/>
                  </a:lnTo>
                  <a:close/>
                  <a:moveTo>
                    <a:pt x="418" y="132"/>
                  </a:moveTo>
                  <a:cubicBezTo>
                    <a:pt x="418" y="76"/>
                    <a:pt x="418" y="76"/>
                    <a:pt x="418" y="76"/>
                  </a:cubicBezTo>
                  <a:cubicBezTo>
                    <a:pt x="418" y="71"/>
                    <a:pt x="418" y="58"/>
                    <a:pt x="414" y="54"/>
                  </a:cubicBezTo>
                  <a:cubicBezTo>
                    <a:pt x="413" y="53"/>
                    <a:pt x="410" y="52"/>
                    <a:pt x="408" y="52"/>
                  </a:cubicBezTo>
                  <a:cubicBezTo>
                    <a:pt x="391" y="52"/>
                    <a:pt x="384" y="76"/>
                    <a:pt x="384" y="89"/>
                  </a:cubicBezTo>
                  <a:cubicBezTo>
                    <a:pt x="384" y="132"/>
                    <a:pt x="384" y="132"/>
                    <a:pt x="384" y="132"/>
                  </a:cubicBezTo>
                  <a:cubicBezTo>
                    <a:pt x="361" y="132"/>
                    <a:pt x="361" y="132"/>
                    <a:pt x="361" y="132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51"/>
                    <a:pt x="384" y="51"/>
                    <a:pt x="384" y="51"/>
                  </a:cubicBezTo>
                  <a:cubicBezTo>
                    <a:pt x="385" y="51"/>
                    <a:pt x="385" y="51"/>
                    <a:pt x="385" y="51"/>
                  </a:cubicBezTo>
                  <a:cubicBezTo>
                    <a:pt x="390" y="39"/>
                    <a:pt x="400" y="31"/>
                    <a:pt x="414" y="31"/>
                  </a:cubicBezTo>
                  <a:cubicBezTo>
                    <a:pt x="433" y="31"/>
                    <a:pt x="441" y="46"/>
                    <a:pt x="441" y="63"/>
                  </a:cubicBezTo>
                  <a:cubicBezTo>
                    <a:pt x="441" y="132"/>
                    <a:pt x="441" y="132"/>
                    <a:pt x="441" y="132"/>
                  </a:cubicBezTo>
                  <a:lnTo>
                    <a:pt x="418" y="132"/>
                  </a:lnTo>
                  <a:close/>
                  <a:moveTo>
                    <a:pt x="489" y="49"/>
                  </a:moveTo>
                  <a:cubicBezTo>
                    <a:pt x="489" y="96"/>
                    <a:pt x="489" y="96"/>
                    <a:pt x="489" y="96"/>
                  </a:cubicBezTo>
                  <a:cubicBezTo>
                    <a:pt x="489" y="108"/>
                    <a:pt x="491" y="118"/>
                    <a:pt x="505" y="118"/>
                  </a:cubicBezTo>
                  <a:cubicBezTo>
                    <a:pt x="509" y="118"/>
                    <a:pt x="512" y="118"/>
                    <a:pt x="516" y="117"/>
                  </a:cubicBezTo>
                  <a:cubicBezTo>
                    <a:pt x="516" y="133"/>
                    <a:pt x="516" y="133"/>
                    <a:pt x="516" y="133"/>
                  </a:cubicBezTo>
                  <a:cubicBezTo>
                    <a:pt x="510" y="134"/>
                    <a:pt x="503" y="135"/>
                    <a:pt x="497" y="135"/>
                  </a:cubicBezTo>
                  <a:cubicBezTo>
                    <a:pt x="477" y="135"/>
                    <a:pt x="466" y="128"/>
                    <a:pt x="466" y="107"/>
                  </a:cubicBezTo>
                  <a:cubicBezTo>
                    <a:pt x="466" y="49"/>
                    <a:pt x="466" y="49"/>
                    <a:pt x="466" y="49"/>
                  </a:cubicBezTo>
                  <a:cubicBezTo>
                    <a:pt x="447" y="49"/>
                    <a:pt x="447" y="49"/>
                    <a:pt x="447" y="49"/>
                  </a:cubicBezTo>
                  <a:cubicBezTo>
                    <a:pt x="447" y="33"/>
                    <a:pt x="447" y="33"/>
                    <a:pt x="447" y="33"/>
                  </a:cubicBezTo>
                  <a:cubicBezTo>
                    <a:pt x="466" y="33"/>
                    <a:pt x="466" y="33"/>
                    <a:pt x="466" y="33"/>
                  </a:cubicBezTo>
                  <a:cubicBezTo>
                    <a:pt x="466" y="9"/>
                    <a:pt x="466" y="9"/>
                    <a:pt x="466" y="9"/>
                  </a:cubicBezTo>
                  <a:cubicBezTo>
                    <a:pt x="489" y="0"/>
                    <a:pt x="489" y="0"/>
                    <a:pt x="489" y="0"/>
                  </a:cubicBezTo>
                  <a:cubicBezTo>
                    <a:pt x="489" y="33"/>
                    <a:pt x="489" y="33"/>
                    <a:pt x="489" y="33"/>
                  </a:cubicBezTo>
                  <a:cubicBezTo>
                    <a:pt x="519" y="33"/>
                    <a:pt x="519" y="33"/>
                    <a:pt x="519" y="33"/>
                  </a:cubicBezTo>
                  <a:cubicBezTo>
                    <a:pt x="519" y="49"/>
                    <a:pt x="519" y="49"/>
                    <a:pt x="519" y="49"/>
                  </a:cubicBezTo>
                  <a:lnTo>
                    <a:pt x="489" y="49"/>
                  </a:lnTo>
                  <a:close/>
                  <a:moveTo>
                    <a:pt x="586" y="132"/>
                  </a:moveTo>
                  <a:cubicBezTo>
                    <a:pt x="586" y="114"/>
                    <a:pt x="586" y="114"/>
                    <a:pt x="586" y="114"/>
                  </a:cubicBezTo>
                  <a:cubicBezTo>
                    <a:pt x="586" y="114"/>
                    <a:pt x="586" y="114"/>
                    <a:pt x="586" y="114"/>
                  </a:cubicBezTo>
                  <a:cubicBezTo>
                    <a:pt x="580" y="126"/>
                    <a:pt x="570" y="135"/>
                    <a:pt x="556" y="135"/>
                  </a:cubicBezTo>
                  <a:cubicBezTo>
                    <a:pt x="537" y="135"/>
                    <a:pt x="529" y="119"/>
                    <a:pt x="529" y="102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90"/>
                    <a:pt x="552" y="90"/>
                    <a:pt x="552" y="90"/>
                  </a:cubicBezTo>
                  <a:cubicBezTo>
                    <a:pt x="552" y="95"/>
                    <a:pt x="552" y="107"/>
                    <a:pt x="556" y="111"/>
                  </a:cubicBezTo>
                  <a:cubicBezTo>
                    <a:pt x="558" y="113"/>
                    <a:pt x="560" y="113"/>
                    <a:pt x="563" y="113"/>
                  </a:cubicBezTo>
                  <a:cubicBezTo>
                    <a:pt x="579" y="113"/>
                    <a:pt x="586" y="89"/>
                    <a:pt x="586" y="76"/>
                  </a:cubicBezTo>
                  <a:cubicBezTo>
                    <a:pt x="586" y="33"/>
                    <a:pt x="586" y="33"/>
                    <a:pt x="586" y="33"/>
                  </a:cubicBezTo>
                  <a:cubicBezTo>
                    <a:pt x="609" y="33"/>
                    <a:pt x="609" y="33"/>
                    <a:pt x="609" y="33"/>
                  </a:cubicBezTo>
                  <a:cubicBezTo>
                    <a:pt x="609" y="132"/>
                    <a:pt x="609" y="132"/>
                    <a:pt x="609" y="132"/>
                  </a:cubicBezTo>
                  <a:lnTo>
                    <a:pt x="586" y="132"/>
                  </a:lnTo>
                  <a:close/>
                  <a:moveTo>
                    <a:pt x="647" y="89"/>
                  </a:moveTo>
                  <a:cubicBezTo>
                    <a:pt x="647" y="132"/>
                    <a:pt x="647" y="132"/>
                    <a:pt x="647" y="132"/>
                  </a:cubicBezTo>
                  <a:cubicBezTo>
                    <a:pt x="624" y="132"/>
                    <a:pt x="624" y="132"/>
                    <a:pt x="624" y="132"/>
                  </a:cubicBezTo>
                  <a:cubicBezTo>
                    <a:pt x="624" y="33"/>
                    <a:pt x="624" y="33"/>
                    <a:pt x="624" y="33"/>
                  </a:cubicBezTo>
                  <a:cubicBezTo>
                    <a:pt x="647" y="33"/>
                    <a:pt x="647" y="33"/>
                    <a:pt x="647" y="33"/>
                  </a:cubicBezTo>
                  <a:cubicBezTo>
                    <a:pt x="647" y="51"/>
                    <a:pt x="647" y="51"/>
                    <a:pt x="647" y="51"/>
                  </a:cubicBezTo>
                  <a:cubicBezTo>
                    <a:pt x="648" y="51"/>
                    <a:pt x="648" y="51"/>
                    <a:pt x="648" y="51"/>
                  </a:cubicBezTo>
                  <a:cubicBezTo>
                    <a:pt x="655" y="37"/>
                    <a:pt x="663" y="31"/>
                    <a:pt x="680" y="31"/>
                  </a:cubicBezTo>
                  <a:cubicBezTo>
                    <a:pt x="680" y="55"/>
                    <a:pt x="680" y="55"/>
                    <a:pt x="680" y="55"/>
                  </a:cubicBezTo>
                  <a:cubicBezTo>
                    <a:pt x="656" y="55"/>
                    <a:pt x="647" y="65"/>
                    <a:pt x="647" y="89"/>
                  </a:cubicBezTo>
                  <a:close/>
                  <a:moveTo>
                    <a:pt x="743" y="63"/>
                  </a:moveTo>
                  <a:cubicBezTo>
                    <a:pt x="707" y="63"/>
                    <a:pt x="707" y="63"/>
                    <a:pt x="707" y="63"/>
                  </a:cubicBezTo>
                  <a:cubicBezTo>
                    <a:pt x="708" y="53"/>
                    <a:pt x="715" y="45"/>
                    <a:pt x="726" y="45"/>
                  </a:cubicBezTo>
                  <a:cubicBezTo>
                    <a:pt x="736" y="45"/>
                    <a:pt x="743" y="52"/>
                    <a:pt x="743" y="63"/>
                  </a:cubicBezTo>
                  <a:close/>
                  <a:moveTo>
                    <a:pt x="765" y="77"/>
                  </a:moveTo>
                  <a:cubicBezTo>
                    <a:pt x="765" y="71"/>
                    <a:pt x="765" y="71"/>
                    <a:pt x="765" y="71"/>
                  </a:cubicBezTo>
                  <a:cubicBezTo>
                    <a:pt x="765" y="47"/>
                    <a:pt x="753" y="31"/>
                    <a:pt x="727" y="31"/>
                  </a:cubicBezTo>
                  <a:cubicBezTo>
                    <a:pt x="698" y="31"/>
                    <a:pt x="685" y="49"/>
                    <a:pt x="685" y="77"/>
                  </a:cubicBezTo>
                  <a:cubicBezTo>
                    <a:pt x="685" y="110"/>
                    <a:pt x="699" y="135"/>
                    <a:pt x="735" y="135"/>
                  </a:cubicBezTo>
                  <a:cubicBezTo>
                    <a:pt x="744" y="135"/>
                    <a:pt x="754" y="134"/>
                    <a:pt x="763" y="131"/>
                  </a:cubicBezTo>
                  <a:cubicBezTo>
                    <a:pt x="763" y="115"/>
                    <a:pt x="763" y="115"/>
                    <a:pt x="763" y="115"/>
                  </a:cubicBezTo>
                  <a:cubicBezTo>
                    <a:pt x="757" y="117"/>
                    <a:pt x="750" y="118"/>
                    <a:pt x="744" y="118"/>
                  </a:cubicBezTo>
                  <a:cubicBezTo>
                    <a:pt x="721" y="118"/>
                    <a:pt x="706" y="98"/>
                    <a:pt x="706" y="77"/>
                  </a:cubicBezTo>
                  <a:lnTo>
                    <a:pt x="765" y="7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1739049" y="420673"/>
              <a:ext cx="210120" cy="215132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20" name="Group 10" hidden="1"/>
          <p:cNvGrpSpPr>
            <a:grpSpLocks noChangeAspect="1"/>
          </p:cNvGrpSpPr>
          <p:nvPr userDrawn="1"/>
        </p:nvGrpSpPr>
        <p:grpSpPr bwMode="auto">
          <a:xfrm>
            <a:off x="336907" y="342900"/>
            <a:ext cx="2298344" cy="2346169"/>
            <a:chOff x="1292" y="-440"/>
            <a:chExt cx="5094" cy="5200"/>
          </a:xfrm>
        </p:grpSpPr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1292" y="-440"/>
              <a:ext cx="5094" cy="3130"/>
            </a:xfrm>
            <a:custGeom>
              <a:avLst/>
              <a:gdLst>
                <a:gd name="T0" fmla="*/ 2495 w 2495"/>
                <a:gd name="T1" fmla="*/ 1532 h 1532"/>
                <a:gd name="T2" fmla="*/ 2495 w 2495"/>
                <a:gd name="T3" fmla="*/ 1013 h 1532"/>
                <a:gd name="T4" fmla="*/ 0 w 2495"/>
                <a:gd name="T5" fmla="*/ 0 h 1532"/>
                <a:gd name="T6" fmla="*/ 0 w 2495"/>
                <a:gd name="T7" fmla="*/ 565 h 1532"/>
                <a:gd name="T8" fmla="*/ 2494 w 2495"/>
                <a:gd name="T9" fmla="*/ 1532 h 1532"/>
                <a:gd name="T10" fmla="*/ 2495 w 2495"/>
                <a:gd name="T11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32">
                  <a:moveTo>
                    <a:pt x="2495" y="1532"/>
                  </a:moveTo>
                  <a:cubicBezTo>
                    <a:pt x="2495" y="1013"/>
                    <a:pt x="2495" y="1013"/>
                    <a:pt x="2495" y="10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5"/>
                    <a:pt x="0" y="565"/>
                    <a:pt x="0" y="565"/>
                  </a:cubicBezTo>
                  <a:cubicBezTo>
                    <a:pt x="812" y="880"/>
                    <a:pt x="1906" y="1304"/>
                    <a:pt x="2494" y="1532"/>
                  </a:cubicBezTo>
                  <a:lnTo>
                    <a:pt x="2495" y="153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1292" y="1644"/>
              <a:ext cx="5094" cy="3116"/>
            </a:xfrm>
            <a:custGeom>
              <a:avLst/>
              <a:gdLst>
                <a:gd name="T0" fmla="*/ 0 w 2495"/>
                <a:gd name="T1" fmla="*/ 961 h 1525"/>
                <a:gd name="T2" fmla="*/ 0 w 2495"/>
                <a:gd name="T3" fmla="*/ 961 h 1525"/>
                <a:gd name="T4" fmla="*/ 0 w 2495"/>
                <a:gd name="T5" fmla="*/ 1525 h 1525"/>
                <a:gd name="T6" fmla="*/ 2495 w 2495"/>
                <a:gd name="T7" fmla="*/ 512 h 1525"/>
                <a:gd name="T8" fmla="*/ 2495 w 2495"/>
                <a:gd name="T9" fmla="*/ 0 h 1525"/>
                <a:gd name="T10" fmla="*/ 0 w 2495"/>
                <a:gd name="T11" fmla="*/ 961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5" h="1525">
                  <a:moveTo>
                    <a:pt x="0" y="961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2495" y="512"/>
                    <a:pt x="2495" y="512"/>
                    <a:pt x="2495" y="512"/>
                  </a:cubicBezTo>
                  <a:cubicBezTo>
                    <a:pt x="2495" y="0"/>
                    <a:pt x="2495" y="0"/>
                    <a:pt x="2495" y="0"/>
                  </a:cubicBezTo>
                  <a:lnTo>
                    <a:pt x="0" y="9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829768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 bwMode="auto">
          <a:xfrm>
            <a:off x="-168620" y="1"/>
            <a:ext cx="12055819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42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B498444C-46D4-46A4-ACAD-2D758D3837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1002" y="215899"/>
            <a:ext cx="11430000" cy="371476"/>
          </a:xfrm>
        </p:spPr>
        <p:txBody>
          <a:bodyPr>
            <a:normAutofit/>
          </a:bodyPr>
          <a:lstStyle>
            <a:lvl1pPr>
              <a:defRPr sz="2798">
                <a:solidFill>
                  <a:srgbClr val="A109FF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379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A6D26B3-E687-4B7C-B067-C729A153F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39" t="13494" r="6659" b="-192"/>
          <a:stretch/>
        </p:blipFill>
        <p:spPr bwMode="auto">
          <a:xfrm>
            <a:off x="0" y="0"/>
            <a:ext cx="12192000" cy="4343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68884C-37A6-466F-BE6D-EB948360B5A0}"/>
              </a:ext>
            </a:extLst>
          </p:cNvPr>
          <p:cNvSpPr/>
          <p:nvPr userDrawn="1"/>
        </p:nvSpPr>
        <p:spPr bwMode="auto">
          <a:xfrm>
            <a:off x="0" y="1"/>
            <a:ext cx="12192000" cy="4733925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72B577-04C8-46FF-9BC9-F4E952C8F162}"/>
              </a:ext>
            </a:extLst>
          </p:cNvPr>
          <p:cNvSpPr>
            <a:spLocks/>
          </p:cNvSpPr>
          <p:nvPr userDrawn="1"/>
        </p:nvSpPr>
        <p:spPr bwMode="auto">
          <a:xfrm>
            <a:off x="0" y="5114924"/>
            <a:ext cx="12192000" cy="1743075"/>
          </a:xfrm>
          <a:prstGeom prst="rect">
            <a:avLst/>
          </a:prstGeom>
          <a:gradFill>
            <a:gsLst>
              <a:gs pos="0">
                <a:srgbClr val="A100FF"/>
              </a:gs>
              <a:gs pos="100000">
                <a:srgbClr val="460073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1129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07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3"/>
            <a:ext cx="8572500" cy="4689475"/>
          </a:xfrm>
        </p:spPr>
        <p:txBody>
          <a:bodyPr/>
          <a:lstStyle>
            <a:lvl3pPr marL="514029" indent="-230044">
              <a:buFont typeface="Graphik" panose="020B0503030202060203" pitchFamily="34" charset="0"/>
              <a:buChar char="–"/>
              <a:defRPr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7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3"/>
            <a:ext cx="5715000" cy="4689475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029" indent="-230044">
              <a:buFont typeface="Graphik" panose="020B0503030202060203" pitchFamily="34" charset="0"/>
              <a:buChar char="–"/>
              <a:defRPr sz="1599"/>
            </a:lvl3pPr>
            <a:lvl5pPr marL="856715" indent="-177689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7880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7956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r>
              <a:rPr lang="en-US"/>
              <a:t>Copyright © 2019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89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013598-8740-4153-9D7D-26F91E9D1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07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DC8A94-3496-4A18-A87E-7FDB584A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86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CEDE013-7699-44D2-A5E8-3242E20F8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03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FD904A-2172-45F3-A62D-1F415E0E8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31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auto">
          <a:xfrm>
            <a:off x="404648" y="428295"/>
            <a:ext cx="11430000" cy="990601"/>
          </a:xfrm>
        </p:spPr>
        <p:txBody>
          <a:bodyPr>
            <a:noAutofit/>
          </a:bodyPr>
          <a:lstStyle>
            <a:lvl1pPr algn="r">
              <a:defRPr sz="8000"/>
            </a:lvl1pPr>
          </a:lstStyle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20EA3FA-B9DE-423A-BB6A-103B0FB5DD7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36039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 bwMode="auto"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 bwMode="auto"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67797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034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435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457200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400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4EDEE-53AF-49D0-A4FF-030EA1DA3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3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345019" y="1769805"/>
            <a:ext cx="8500668" cy="426965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 marL="182870">
              <a:defRPr lang="en-US" dirty="0" smtClean="0"/>
            </a:lvl2pPr>
            <a:lvl3pPr marL="365742">
              <a:defRPr lang="en-US" dirty="0" smtClean="0"/>
            </a:lvl3pPr>
            <a:lvl4pPr>
              <a:defRPr lang="en-US" b="0" dirty="0" smtClean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90545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723E-9D3C-4291-9DBD-C9D941701D5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268A6-DDBB-4561-BBDC-86D81031A7B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62580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9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81239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06395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21544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40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202F806-53EB-4AFB-B0F7-2A7BC4E5136F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4115897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074C878-35E6-4631-95D1-AE66D6398682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 bwMode="auto"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provided selections in the image library</a:t>
            </a:r>
            <a:endParaRPr lang="en-US" noProof="0"/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5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EF6557B-1FAD-4B21-979D-AF32AE2ABE3A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 bwMode="auto"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81999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84C2CB2-4FB2-4965-A2E7-4A3640116F06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9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 bwMode="auto"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5525D8-8C3D-4FEA-A4F3-A7048ED97C11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2732719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Dark,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0DB58-C382-4D4A-B4C9-306C0CDE029A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5C777F7-C185-0145-A86B-3A8769FF5A97}"/>
              </a:ext>
            </a:extLst>
          </p:cNvPr>
          <p:cNvSpPr txBox="1"/>
          <p:nvPr userDrawn="1"/>
        </p:nvSpPr>
        <p:spPr bwMode="auto">
          <a:xfrm>
            <a:off x="1149093" y="5959153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2020 Accenture. All rights reserved.</a:t>
            </a:r>
            <a:endParaRPr lang="en-US" sz="800">
              <a:solidFill>
                <a:schemeClr val="tx1"/>
              </a:solidFill>
            </a:endParaRPr>
          </a:p>
          <a:p>
            <a:pPr algn="r" defTabSz="228600">
              <a:spcAft>
                <a:spcPts val="1200"/>
              </a:spcAft>
            </a:pP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FA456-2D38-40C1-B831-1BBEA124254A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 or Mid Purple (Accent 2)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8385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asic - Light, Black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59C2A9-CAAD-4437-A35B-5F02FAD0D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52644" y="5588460"/>
            <a:ext cx="1884233" cy="498015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auto"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75A16-A4B2-4AE5-AFA0-950C115C747E}" type="datetime2">
              <a:rPr lang="en-US" smtClean="0"/>
              <a:t>Wednesday, January 7, 2026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149093" y="5352585"/>
            <a:ext cx="411479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246FF-2C3D-9D46-B1DB-1D6FABA657CD}"/>
              </a:ext>
            </a:extLst>
          </p:cNvPr>
          <p:cNvSpPr txBox="1"/>
          <p:nvPr userDrawn="1"/>
        </p:nvSpPr>
        <p:spPr bwMode="auto">
          <a:xfrm>
            <a:off x="1149093" y="5970728"/>
            <a:ext cx="3102015" cy="1157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2"/>
                </a:solidFill>
              </a:rPr>
              <a:t>Copyright © 2020 Accenture. All rights reserved.</a:t>
            </a:r>
            <a:endParaRPr lang="en-US" noProof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739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 bwMode="auto"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 bwMode="auto"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184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8"/>
          <a:stretch/>
        </p:blipFill>
        <p:spPr bwMode="auto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78409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Mi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86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3000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07FC4-5CE3-4377-9FF4-FE915E8F0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D3AD0-C81D-4B6F-AF8C-3B3FD9443CEC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B85E4-FADD-4019-B75F-48AAA1B24BF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1BA4F43-9A33-40BF-9D42-10A8953739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142999" y="4610100"/>
            <a:ext cx="4952999" cy="1474214"/>
          </a:xfrm>
        </p:spPr>
        <p:txBody>
          <a:bodyPr vert="horz" lIns="0" tIns="0" rIns="0" bIns="0" rtlCol="0">
            <a:noAutofit/>
          </a:bodyPr>
          <a:lstStyle>
            <a:lvl1pPr marL="12700" indent="-12700" algn="l">
              <a:lnSpc>
                <a:spcPct val="90000"/>
              </a:lnSpc>
              <a:spcAft>
                <a:spcPts val="0"/>
              </a:spcAft>
              <a:buNone/>
              <a:tabLst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15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- Gradien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DF230BE-E12B-4B12-B01F-61A3FEC100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" y="2"/>
            <a:ext cx="12191994" cy="6857997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0" y="381000"/>
            <a:ext cx="4952999" cy="5703315"/>
          </a:xfrm>
          <a:noFill/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1" y="381000"/>
            <a:ext cx="4952998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5705D7-5365-4FDC-B41B-8DBB58CDEE10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437B85-F911-4C8D-9468-5AF6FC49DE17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9E94FE1-7A96-4985-B027-96607E0904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15763B-29DE-5842-9F25-C3613114D2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lang="en-US" sz="2400" b="0" kern="1200" dirty="0">
                <a:solidFill>
                  <a:schemeClr val="tx1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marL="0" lv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78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Dark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22C143E8-DD15-4271-878B-9FB6C450FC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233B92-45BF-2844-92CF-A75DE09F6E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26970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0CD753C7-2DCF-4C34-80DC-870F688988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34259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01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Core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317ED-600C-4D7F-990D-38990FC868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BA14C7-1430-48FF-8901-F3A033110900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F01F3-5CA0-48F9-8E93-BE5B61747A9B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5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8F4B10C-5234-40B6-8CA6-79B2DF02B8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B64210-BE23-4613-90AC-3738A40ED78F}"/>
              </a:ext>
            </a:extLst>
          </p:cNvPr>
          <p:cNvSpPr/>
          <p:nvPr userDrawn="1"/>
        </p:nvSpPr>
        <p:spPr bwMode="auto">
          <a:xfrm>
            <a:off x="0" y="3428999"/>
            <a:ext cx="12192000" cy="3429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3889828"/>
            <a:ext cx="6186713" cy="2194485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auto"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solidFill>
                    <a:schemeClr val="tx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602A9B-7D88-4730-BA84-E2AEAFB999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20B5CF-ECAF-4871-B303-435D56BF9C7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29F91-EB74-4AA2-B649-E33D7237FE06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741A08E-B93F-E14E-AB8A-C62CD19AE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055427" y="3889828"/>
            <a:ext cx="2993573" cy="219448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" pitchFamily="2" charset="77"/>
              </a:defRPr>
            </a:lvl5pPr>
          </a:lstStyle>
          <a:p>
            <a:pPr lvl="0"/>
            <a:r>
              <a:rPr lang="en-GB"/>
              <a:t>Place subtitle here in GT Sectra Fine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6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395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96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0" y="3004457"/>
            <a:ext cx="5524500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auto">
          <a:xfrm>
            <a:off x="6286499" y="1371601"/>
            <a:ext cx="5524500" cy="450242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9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 bwMode="auto">
          <a:xfrm>
            <a:off x="6286499" y="1371601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B6533C5-6F53-46C1-904B-4A15BC734E7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auto">
          <a:xfrm>
            <a:off x="381000" y="5874026"/>
            <a:ext cx="5524500" cy="437873"/>
          </a:xfrm>
        </p:spPr>
        <p:txBody>
          <a:bodyPr anchor="t"/>
          <a:lstStyle>
            <a:lvl1pPr marL="0" indent="0" defTabSz="22860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42901BF-D744-42DD-805A-32CB37B9D8B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auto">
          <a:xfrm>
            <a:off x="6286499" y="5874026"/>
            <a:ext cx="5524500" cy="437873"/>
          </a:xfrm>
        </p:spPr>
        <p:txBody>
          <a:bodyPr vert="horz" lIns="0" tIns="0" rIns="0" bIns="0" rtlCol="0" anchor="t">
            <a:noAutofit/>
          </a:bodyPr>
          <a:lstStyle>
            <a:lvl1pPr marL="0" indent="0" defTabSz="228600">
              <a:buNone/>
              <a:defRPr lang="en-US" sz="1200" dirty="0"/>
            </a:lvl1pPr>
          </a:lstStyle>
          <a:p>
            <a:pPr lvl="0"/>
            <a:r>
              <a:rPr lang="en-US"/>
              <a:t>Place more info here 12pt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0999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auto">
          <a:xfrm>
            <a:off x="6286500" y="2194561"/>
            <a:ext cx="5524499" cy="367946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8206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  <p15:guide id="2" pos="3720">
          <p15:clr>
            <a:srgbClr val="5ACBF0"/>
          </p15:clr>
        </p15:guide>
        <p15:guide id="3" pos="396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auto">
          <a:xfrm>
            <a:off x="381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 bwMode="auto">
          <a:xfrm>
            <a:off x="4318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auto">
          <a:xfrm>
            <a:off x="8255000" y="3108960"/>
            <a:ext cx="3556000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53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-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1" y="380999"/>
            <a:ext cx="11429999" cy="99060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auto"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auto"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auto"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 bwMode="auto"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auto"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auto"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 bwMode="auto"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 bwMode="auto">
          <a:xfrm>
            <a:off x="381000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 bwMode="auto">
          <a:xfrm>
            <a:off x="33337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 bwMode="auto">
          <a:xfrm>
            <a:off x="628650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 bwMode="auto">
          <a:xfrm>
            <a:off x="9239251" y="3108960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82527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73943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10145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463475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825496" y="3898900"/>
            <a:ext cx="1985504" cy="1677926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</a:t>
            </a:r>
          </a:p>
          <a:p>
            <a:pPr lvl="1"/>
            <a:r>
              <a:rPr lang="en-US"/>
              <a:t>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 bwMode="auto"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 bwMode="auto"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 bwMode="auto"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- 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154655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3817351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6480047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9142743" y="1560513"/>
            <a:ext cx="1894600" cy="1894600"/>
          </a:xfrm>
          <a:solidFill>
            <a:schemeClr val="tx2">
              <a:lumMod val="20000"/>
              <a:lumOff val="80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154653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400" b="0" i="0">
                <a:solidFill>
                  <a:schemeClr val="accent2"/>
                </a:solidFill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817350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480047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142742" y="3914042"/>
            <a:ext cx="2047984" cy="217243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400" b="0" i="0" kern="1200" dirty="0" smtClean="0">
                <a:solidFill>
                  <a:schemeClr val="accent2"/>
                </a:solidFill>
                <a:latin typeface="GT Sectra Fine" pitchFamily="2" charset="77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/>
              <a:t>Full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627499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85932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88330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38100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2356104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31208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306312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56520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77415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2353236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81416" y="1845611"/>
            <a:ext cx="1554480" cy="155448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A02BDBD-12C4-A940-8556-B3E5BDD1071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77415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A9EDE-6235-5149-A941-CF6FEAE2E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353236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E3B3A9-F650-CD4D-ABE8-60A0F5E115A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9057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0EADFA0-1672-B34A-99B7-19C51FEE898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04878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298F82-C3A0-2A4F-8530-36C08463C5C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80699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5C1307-45DE-104B-82C7-0AF770E496D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56520" y="3660880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9057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304878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80699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56520" y="3926552"/>
            <a:ext cx="1554480" cy="1900047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GT Sectra Fine" pitchFamily="2" charset="77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CD3D7-329E-47BB-94A7-43044FF6B3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0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81000" y="1295233"/>
            <a:ext cx="3540355" cy="5016665"/>
          </a:xfrm>
        </p:spPr>
        <p:txBody>
          <a:bodyPr/>
          <a:lstStyle/>
          <a:p>
            <a:pPr lvl="0"/>
            <a:r>
              <a:rPr lang="en-GB"/>
              <a:t>Place text here, use indent to access other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325822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298233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10243055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270644" y="1295233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41646E1-19C3-4B9B-B997-D1E684346A5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573D48A-A495-4050-90E3-75258FCF337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3483C0-79C0-4141-9CB1-0BA663E254D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A17C9C-D115-468F-86DD-CDE52272171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2633001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auto">
          <a:xfrm>
            <a:off x="4325822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auto">
          <a:xfrm>
            <a:off x="6298233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auto">
          <a:xfrm>
            <a:off x="10243055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auto">
          <a:xfrm>
            <a:off x="8270644" y="3842161"/>
            <a:ext cx="1186945" cy="1186945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EBC920-4A06-1844-A297-04C9B4995EA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325822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D916B0-6C7A-FE46-ADE6-48744F6FD9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298233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6475A-7CFD-8340-A566-4FB21E689F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270644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9DFD2D-5360-2342-829B-32DDEB7EBEB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0243055" y="5179929"/>
            <a:ext cx="352387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GT Sectra Fine" pitchFamily="2" charset="77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87A6A-0DE7-4742-9FEC-F4CAACF6BD01}"/>
              </a:ext>
            </a:extLst>
          </p:cNvPr>
          <p:cNvSpPr txBox="1"/>
          <p:nvPr userDrawn="1"/>
        </p:nvSpPr>
        <p:spPr bwMode="auto">
          <a:xfrm>
            <a:off x="9363919" y="662071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37153-4580-BB48-AD3A-E289DF242EE6}"/>
              </a:ext>
            </a:extLst>
          </p:cNvPr>
          <p:cNvSpPr txBox="1"/>
          <p:nvPr userDrawn="1"/>
        </p:nvSpPr>
        <p:spPr bwMode="auto">
          <a:xfrm>
            <a:off x="9734309" y="65396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869D1-469A-5B41-97BC-C47919F46F86}"/>
              </a:ext>
            </a:extLst>
          </p:cNvPr>
          <p:cNvSpPr txBox="1"/>
          <p:nvPr userDrawn="1"/>
        </p:nvSpPr>
        <p:spPr bwMode="auto">
          <a:xfrm>
            <a:off x="10131552" y="652881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82594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3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7BE519-6A5B-4320-BE53-57885A7799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81001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auto">
          <a:xfrm>
            <a:off x="6096000" y="1"/>
            <a:ext cx="6096000" cy="6857999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ECD14-894C-4210-BC23-98D893AA2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499DC-456D-AD4E-B8A4-E55217F992E7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8860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0" y="-1"/>
            <a:ext cx="6096024" cy="6309361"/>
          </a:xfrm>
          <a:noFill/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56D06-A8CE-4A1F-9876-6AFBEE60C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A17E02-A31F-4B3C-922A-197462C89A0D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195CB-D424-4B71-9300-2867217A049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6EB7BC02-64C6-5A42-A5C4-F0D83DB511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6476999" y="3267635"/>
            <a:ext cx="5334000" cy="2667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457200">
              <a:buFont typeface="System Font"/>
              <a:buChar char="–"/>
              <a:defRPr sz="1600">
                <a:solidFill>
                  <a:schemeClr val="tx1"/>
                </a:solidFill>
              </a:defRPr>
            </a:lvl4pPr>
            <a:lvl5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</a:t>
            </a:r>
            <a:r>
              <a:rPr lang="en-US" err="1"/>
              <a:t>Sectra</a:t>
            </a:r>
            <a:r>
              <a:rPr lang="en-US"/>
              <a:t> Fine, indent for other levels</a:t>
            </a:r>
          </a:p>
          <a:p>
            <a:pPr lvl="1"/>
            <a:r>
              <a:rPr lang="en-US"/>
              <a:t>Second level (text 18pt)</a:t>
            </a:r>
          </a:p>
          <a:p>
            <a:pPr lvl="2"/>
            <a:r>
              <a:rPr lang="en-US"/>
              <a:t>Third level bullet (bullet 18pt)</a:t>
            </a:r>
          </a:p>
          <a:p>
            <a:pPr lvl="3"/>
            <a:r>
              <a:rPr lang="en-US"/>
              <a:t>Fourth level bullet (bullet 16pt)</a:t>
            </a:r>
          </a:p>
          <a:p>
            <a:pPr lvl="4"/>
            <a:r>
              <a:rPr lang="en-US"/>
              <a:t>Fifth level bullet (bullet 16pt)</a:t>
            </a:r>
          </a:p>
        </p:txBody>
      </p:sp>
    </p:spTree>
    <p:extLst>
      <p:ext uri="{BB962C8B-B14F-4D97-AF65-F5344CB8AC3E}">
        <p14:creationId xmlns:p14="http://schemas.microsoft.com/office/powerpoint/2010/main" val="40279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2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Portra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6858001" y="744434"/>
            <a:ext cx="4190998" cy="4976446"/>
          </a:xfr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9940286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auto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80986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92" y="0"/>
            <a:ext cx="6096008" cy="63119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raphic 4">
            <a:extLst>
              <a:ext uri="{FF2B5EF4-FFF2-40B4-BE49-F238E27FC236}">
                <a16:creationId xmlns:a16="http://schemas.microsoft.com/office/drawing/2014/main" id="{B5857967-07ED-4F5E-A053-B5E7B00479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F127-9F53-4673-A2A8-7956E1AE99D5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4D4EC-5AC3-4E83-91F6-146FE9DE0444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3428992" y="1490072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0986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3428992" y="4646021"/>
            <a:ext cx="2285996" cy="128486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57743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auto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auto">
          <a:xfrm>
            <a:off x="9144056" y="3155948"/>
            <a:ext cx="3047944" cy="31559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auto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095976" y="-1"/>
            <a:ext cx="3048024" cy="3151189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Add image here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525005" y="1490072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476994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0" y="3155942"/>
            <a:ext cx="3048000" cy="3155958"/>
          </a:xfrm>
          <a:solidFill>
            <a:schemeClr val="bg2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Add image here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24999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</a:t>
            </a:r>
          </a:p>
        </p:txBody>
      </p:sp>
      <p:sp>
        <p:nvSpPr>
          <p:cNvPr id="11" name="Graphic 4">
            <a:extLst>
              <a:ext uri="{FF2B5EF4-FFF2-40B4-BE49-F238E27FC236}">
                <a16:creationId xmlns:a16="http://schemas.microsoft.com/office/drawing/2014/main" id="{2823ABF6-DA1C-4C36-B01C-57A2B31166E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0" y="6483349"/>
            <a:ext cx="192024" cy="203202"/>
          </a:xfrm>
          <a:custGeom>
            <a:avLst/>
            <a:gdLst>
              <a:gd name="connsiteX0" fmla="*/ 0 w 556260"/>
              <a:gd name="connsiteY0" fmla="*/ 415290 h 588644"/>
              <a:gd name="connsiteX1" fmla="*/ 324803 w 556260"/>
              <a:gd name="connsiteY1" fmla="*/ 295275 h 588644"/>
              <a:gd name="connsiteX2" fmla="*/ 0 w 556260"/>
              <a:gd name="connsiteY2" fmla="*/ 167640 h 588644"/>
              <a:gd name="connsiteX3" fmla="*/ 0 w 556260"/>
              <a:gd name="connsiteY3" fmla="*/ 0 h 588644"/>
              <a:gd name="connsiteX4" fmla="*/ 556260 w 556260"/>
              <a:gd name="connsiteY4" fmla="*/ 223838 h 588644"/>
              <a:gd name="connsiteX5" fmla="*/ 556260 w 556260"/>
              <a:gd name="connsiteY5" fmla="*/ 363855 h 588644"/>
              <a:gd name="connsiteX6" fmla="*/ 0 w 556260"/>
              <a:gd name="connsiteY6" fmla="*/ 588645 h 588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60" h="588644">
                <a:moveTo>
                  <a:pt x="0" y="415290"/>
                </a:moveTo>
                <a:lnTo>
                  <a:pt x="324803" y="295275"/>
                </a:lnTo>
                <a:lnTo>
                  <a:pt x="0" y="167640"/>
                </a:lnTo>
                <a:lnTo>
                  <a:pt x="0" y="0"/>
                </a:lnTo>
                <a:lnTo>
                  <a:pt x="556260" y="223838"/>
                </a:lnTo>
                <a:lnTo>
                  <a:pt x="556260" y="363855"/>
                </a:lnTo>
                <a:lnTo>
                  <a:pt x="0" y="5886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52323-3645-4D54-A333-3E2D3D1E3ED3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17CEB-6634-4DFE-841E-12DDA90C7C5D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92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5ACBF0"/>
          </p15:clr>
        </p15:guide>
        <p15:guide id="2" pos="1920">
          <p15:clr>
            <a:srgbClr val="5ACBF0"/>
          </p15:clr>
        </p15:guide>
        <p15:guide id="3" pos="5760">
          <p15:clr>
            <a:srgbClr val="5ACBF0"/>
          </p15:clr>
        </p15:guide>
        <p15:guide id="4" orient="horz" pos="1985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7BC18-949B-4A9A-B05F-CA4F3F80FEC9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4DCA4-9B3F-424E-8478-0FB3BCA6E006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23975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L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A31FE-1E07-4053-A99E-D3461DEE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7" y="668"/>
            <a:ext cx="12189628" cy="6857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B84D5-0A22-4711-8F52-BDC8137A168E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DCD88-2176-4497-B5B6-CEC45FAC70F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51368-DA63-486C-A3F0-C29653258B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6" cy="20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96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1FE43-9ADC-4313-8D22-F47ABC16F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7B63E-E6E1-481B-936E-CE344FE52C2F}"/>
              </a:ext>
            </a:extLst>
          </p:cNvPr>
          <p:cNvSpPr txBox="1"/>
          <p:nvPr userDrawn="1"/>
        </p:nvSpPr>
        <p:spPr bwMode="auto">
          <a:xfrm>
            <a:off x="8317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A5CD6-870E-4AEB-ABEE-5BC1AF19C661}"/>
              </a:ext>
            </a:extLst>
          </p:cNvPr>
          <p:cNvSpPr txBox="1"/>
          <p:nvPr userDrawn="1"/>
        </p:nvSpPr>
        <p:spPr bwMode="auto"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</a:rPr>
              <a:pPr marL="0" marR="0" lvl="0" indent="0" algn="r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 bwMode="auto"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6864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302C3C0-FF67-42ED-97D5-60E1344FC3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2000" cy="6858000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GB"/>
              <a:t>Add image, then ‘Send to Back’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1257-AA6C-44C6-86DE-CAD089D089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8ACB7EA-E7A1-452B-89CA-4FA566F7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smtClean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GB" smtClean="0"/>
              <a:pPr algn="r" defTabSz="228600">
                <a:spcAft>
                  <a:spcPts val="1200"/>
                </a:spcAft>
              </a:pPr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18DE-8A90-C842-A7BE-D441C9648D56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2020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8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28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609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Iconography: Monoline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66297-1DCC-45B0-9DA7-3CE9DE25D2DF}"/>
              </a:ext>
            </a:extLst>
          </p:cNvPr>
          <p:cNvSpPr txBox="1"/>
          <p:nvPr userDrawn="1"/>
        </p:nvSpPr>
        <p:spPr bwMode="auto">
          <a:xfrm>
            <a:off x="380999" y="927847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/>
              <a:t>Our expansive asset library including fonts, photography, iconography and custom slides are available </a:t>
            </a:r>
            <a:r>
              <a:rPr lang="en-GB" sz="1600">
                <a:solidFill>
                  <a:schemeClr val="accent1"/>
                </a:solidFill>
              </a:rPr>
              <a:t>[here &lt;link&gt;]</a:t>
            </a:r>
            <a:r>
              <a:rPr lang="en-GB" sz="1600"/>
              <a:t>. Contact 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  <a:hlinkClick r:id="rId2"/>
              </a:rPr>
              <a:t>Amy.Ritz@Accenture.com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 Regular"/>
                <a:ea typeface="+mn-ea"/>
                <a:cs typeface="+mn-cs"/>
              </a:rPr>
              <a:t> </a:t>
            </a:r>
            <a:r>
              <a:rPr lang="en-GB" sz="1600"/>
              <a:t>for further information. Access the icons below through </a:t>
            </a:r>
            <a:r>
              <a:rPr lang="en-GB" sz="1600" b="1">
                <a:solidFill>
                  <a:schemeClr val="accent1"/>
                </a:solidFill>
              </a:rPr>
              <a:t>View &gt; Slide Master</a:t>
            </a:r>
            <a:r>
              <a:rPr lang="en-GB" sz="1600"/>
              <a:t>.</a:t>
            </a:r>
          </a:p>
        </p:txBody>
      </p:sp>
      <p:sp>
        <p:nvSpPr>
          <p:cNvPr id="4" name="Freeform 127">
            <a:extLst>
              <a:ext uri="{FF2B5EF4-FFF2-40B4-BE49-F238E27FC236}">
                <a16:creationId xmlns:a16="http://schemas.microsoft.com/office/drawing/2014/main" id="{80F51A57-4DBA-FA4F-916F-88328E5E013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7063" y="1981658"/>
            <a:ext cx="513948" cy="396598"/>
          </a:xfrm>
          <a:custGeom>
            <a:avLst/>
            <a:gdLst>
              <a:gd name="T0" fmla="*/ 199 w 309"/>
              <a:gd name="T1" fmla="*/ 232 h 244"/>
              <a:gd name="T2" fmla="*/ 222 w 309"/>
              <a:gd name="T3" fmla="*/ 225 h 244"/>
              <a:gd name="T4" fmla="*/ 248 w 309"/>
              <a:gd name="T5" fmla="*/ 202 h 244"/>
              <a:gd name="T6" fmla="*/ 273 w 309"/>
              <a:gd name="T7" fmla="*/ 177 h 244"/>
              <a:gd name="T8" fmla="*/ 308 w 309"/>
              <a:gd name="T9" fmla="*/ 128 h 244"/>
              <a:gd name="T10" fmla="*/ 216 w 309"/>
              <a:gd name="T11" fmla="*/ 12 h 244"/>
              <a:gd name="T12" fmla="*/ 115 w 309"/>
              <a:gd name="T13" fmla="*/ 19 h 244"/>
              <a:gd name="T14" fmla="*/ 3 w 309"/>
              <a:gd name="T15" fmla="*/ 136 h 244"/>
              <a:gd name="T16" fmla="*/ 44 w 309"/>
              <a:gd name="T17" fmla="*/ 199 h 244"/>
              <a:gd name="T18" fmla="*/ 60 w 309"/>
              <a:gd name="T19" fmla="*/ 217 h 244"/>
              <a:gd name="T20" fmla="*/ 82 w 309"/>
              <a:gd name="T21" fmla="*/ 228 h 244"/>
              <a:gd name="T22" fmla="*/ 128 w 309"/>
              <a:gd name="T23" fmla="*/ 244 h 244"/>
              <a:gd name="T24" fmla="*/ 147 w 309"/>
              <a:gd name="T25" fmla="*/ 233 h 244"/>
              <a:gd name="T26" fmla="*/ 122 w 309"/>
              <a:gd name="T27" fmla="*/ 30 h 244"/>
              <a:gd name="T28" fmla="*/ 194 w 309"/>
              <a:gd name="T29" fmla="*/ 20 h 244"/>
              <a:gd name="T30" fmla="*/ 263 w 309"/>
              <a:gd name="T31" fmla="*/ 31 h 244"/>
              <a:gd name="T32" fmla="*/ 278 w 309"/>
              <a:gd name="T33" fmla="*/ 143 h 244"/>
              <a:gd name="T34" fmla="*/ 136 w 309"/>
              <a:gd name="T35" fmla="*/ 85 h 244"/>
              <a:gd name="T36" fmla="*/ 122 w 309"/>
              <a:gd name="T37" fmla="*/ 30 h 244"/>
              <a:gd name="T38" fmla="*/ 45 w 309"/>
              <a:gd name="T39" fmla="*/ 186 h 244"/>
              <a:gd name="T40" fmla="*/ 32 w 309"/>
              <a:gd name="T41" fmla="*/ 155 h 244"/>
              <a:gd name="T42" fmla="*/ 73 w 309"/>
              <a:gd name="T43" fmla="*/ 206 h 244"/>
              <a:gd name="T44" fmla="*/ 57 w 309"/>
              <a:gd name="T45" fmla="*/ 195 h 244"/>
              <a:gd name="T46" fmla="*/ 67 w 309"/>
              <a:gd name="T47" fmla="*/ 172 h 244"/>
              <a:gd name="T48" fmla="*/ 85 w 309"/>
              <a:gd name="T49" fmla="*/ 171 h 244"/>
              <a:gd name="T50" fmla="*/ 73 w 309"/>
              <a:gd name="T51" fmla="*/ 206 h 244"/>
              <a:gd name="T52" fmla="*/ 102 w 309"/>
              <a:gd name="T53" fmla="*/ 221 h 244"/>
              <a:gd name="T54" fmla="*/ 97 w 309"/>
              <a:gd name="T55" fmla="*/ 181 h 244"/>
              <a:gd name="T56" fmla="*/ 110 w 309"/>
              <a:gd name="T57" fmla="*/ 197 h 244"/>
              <a:gd name="T58" fmla="*/ 137 w 309"/>
              <a:gd name="T59" fmla="*/ 219 h 244"/>
              <a:gd name="T60" fmla="*/ 132 w 309"/>
              <a:gd name="T61" fmla="*/ 230 h 244"/>
              <a:gd name="T62" fmla="*/ 115 w 309"/>
              <a:gd name="T63" fmla="*/ 225 h 244"/>
              <a:gd name="T64" fmla="*/ 138 w 309"/>
              <a:gd name="T65" fmla="*/ 205 h 244"/>
              <a:gd name="T66" fmla="*/ 123 w 309"/>
              <a:gd name="T67" fmla="*/ 187 h 244"/>
              <a:gd name="T68" fmla="*/ 98 w 309"/>
              <a:gd name="T69" fmla="*/ 168 h 244"/>
              <a:gd name="T70" fmla="*/ 68 w 309"/>
              <a:gd name="T71" fmla="*/ 152 h 244"/>
              <a:gd name="T72" fmla="*/ 15 w 309"/>
              <a:gd name="T73" fmla="*/ 128 h 244"/>
              <a:gd name="T74" fmla="*/ 107 w 309"/>
              <a:gd name="T75" fmla="*/ 32 h 244"/>
              <a:gd name="T76" fmla="*/ 113 w 309"/>
              <a:gd name="T77" fmla="*/ 116 h 244"/>
              <a:gd name="T78" fmla="*/ 231 w 309"/>
              <a:gd name="T79" fmla="*/ 115 h 244"/>
              <a:gd name="T80" fmla="*/ 264 w 309"/>
              <a:gd name="T81" fmla="*/ 167 h 244"/>
              <a:gd name="T82" fmla="*/ 220 w 309"/>
              <a:gd name="T83" fmla="*/ 145 h 244"/>
              <a:gd name="T84" fmla="*/ 199 w 309"/>
              <a:gd name="T85" fmla="*/ 133 h 244"/>
              <a:gd name="T86" fmla="*/ 246 w 309"/>
              <a:gd name="T87" fmla="*/ 183 h 244"/>
              <a:gd name="T88" fmla="*/ 228 w 309"/>
              <a:gd name="T89" fmla="*/ 197 h 244"/>
              <a:gd name="T90" fmla="*/ 188 w 309"/>
              <a:gd name="T91" fmla="*/ 167 h 244"/>
              <a:gd name="T92" fmla="*/ 219 w 309"/>
              <a:gd name="T93" fmla="*/ 206 h 244"/>
              <a:gd name="T94" fmla="*/ 204 w 309"/>
              <a:gd name="T95" fmla="*/ 219 h 244"/>
              <a:gd name="T96" fmla="*/ 162 w 309"/>
              <a:gd name="T97" fmla="*/ 196 h 244"/>
              <a:gd name="T98" fmla="*/ 188 w 309"/>
              <a:gd name="T99" fmla="*/ 224 h 244"/>
              <a:gd name="T100" fmla="*/ 151 w 309"/>
              <a:gd name="T101" fmla="*/ 22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09" h="244">
                <a:moveTo>
                  <a:pt x="176" y="239"/>
                </a:moveTo>
                <a:cubicBezTo>
                  <a:pt x="181" y="239"/>
                  <a:pt x="184" y="238"/>
                  <a:pt x="188" y="238"/>
                </a:cubicBezTo>
                <a:cubicBezTo>
                  <a:pt x="192" y="236"/>
                  <a:pt x="196" y="235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199" y="232"/>
                  <a:pt x="199" y="232"/>
                  <a:pt x="199" y="232"/>
                </a:cubicBezTo>
                <a:cubicBezTo>
                  <a:pt x="200" y="232"/>
                  <a:pt x="201" y="232"/>
                  <a:pt x="201" y="232"/>
                </a:cubicBezTo>
                <a:cubicBezTo>
                  <a:pt x="202" y="232"/>
                  <a:pt x="203" y="233"/>
                  <a:pt x="204" y="233"/>
                </a:cubicBezTo>
                <a:cubicBezTo>
                  <a:pt x="210" y="233"/>
                  <a:pt x="217" y="230"/>
                  <a:pt x="222" y="225"/>
                </a:cubicBezTo>
                <a:cubicBezTo>
                  <a:pt x="227" y="221"/>
                  <a:pt x="230" y="216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2" y="210"/>
                  <a:pt x="232" y="210"/>
                  <a:pt x="232" y="210"/>
                </a:cubicBezTo>
                <a:cubicBezTo>
                  <a:pt x="238" y="209"/>
                  <a:pt x="243" y="206"/>
                  <a:pt x="248" y="202"/>
                </a:cubicBezTo>
                <a:cubicBezTo>
                  <a:pt x="254" y="197"/>
                  <a:pt x="257" y="191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59" y="185"/>
                  <a:pt x="259" y="185"/>
                  <a:pt x="259" y="185"/>
                </a:cubicBezTo>
                <a:cubicBezTo>
                  <a:pt x="264" y="184"/>
                  <a:pt x="269" y="181"/>
                  <a:pt x="273" y="177"/>
                </a:cubicBezTo>
                <a:cubicBezTo>
                  <a:pt x="280" y="171"/>
                  <a:pt x="284" y="164"/>
                  <a:pt x="285" y="155"/>
                </a:cubicBezTo>
                <a:cubicBezTo>
                  <a:pt x="285" y="155"/>
                  <a:pt x="285" y="155"/>
                  <a:pt x="285" y="155"/>
                </a:cubicBezTo>
                <a:cubicBezTo>
                  <a:pt x="307" y="135"/>
                  <a:pt x="307" y="135"/>
                  <a:pt x="307" y="135"/>
                </a:cubicBezTo>
                <a:cubicBezTo>
                  <a:pt x="308" y="134"/>
                  <a:pt x="309" y="131"/>
                  <a:pt x="308" y="128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73" y="21"/>
                  <a:pt x="271" y="19"/>
                  <a:pt x="269" y="19"/>
                </a:cubicBezTo>
                <a:cubicBezTo>
                  <a:pt x="269" y="19"/>
                  <a:pt x="269" y="19"/>
                  <a:pt x="269" y="19"/>
                </a:cubicBezTo>
                <a:cubicBezTo>
                  <a:pt x="264" y="18"/>
                  <a:pt x="226" y="12"/>
                  <a:pt x="216" y="12"/>
                </a:cubicBezTo>
                <a:cubicBezTo>
                  <a:pt x="213" y="12"/>
                  <a:pt x="205" y="10"/>
                  <a:pt x="198" y="7"/>
                </a:cubicBezTo>
                <a:cubicBezTo>
                  <a:pt x="185" y="4"/>
                  <a:pt x="171" y="0"/>
                  <a:pt x="162" y="1"/>
                </a:cubicBezTo>
                <a:cubicBezTo>
                  <a:pt x="148" y="2"/>
                  <a:pt x="123" y="15"/>
                  <a:pt x="115" y="19"/>
                </a:cubicBezTo>
                <a:cubicBezTo>
                  <a:pt x="115" y="19"/>
                  <a:pt x="115" y="19"/>
                  <a:pt x="115" y="19"/>
                </a:cubicBezTo>
                <a:cubicBezTo>
                  <a:pt x="45" y="19"/>
                  <a:pt x="45" y="19"/>
                  <a:pt x="45" y="19"/>
                </a:cubicBezTo>
                <a:cubicBezTo>
                  <a:pt x="42" y="19"/>
                  <a:pt x="40" y="21"/>
                  <a:pt x="39" y="23"/>
                </a:cubicBezTo>
                <a:cubicBezTo>
                  <a:pt x="1" y="128"/>
                  <a:pt x="1" y="128"/>
                  <a:pt x="1" y="128"/>
                </a:cubicBezTo>
                <a:cubicBezTo>
                  <a:pt x="0" y="131"/>
                  <a:pt x="1" y="134"/>
                  <a:pt x="3" y="136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21" y="148"/>
                  <a:pt x="21" y="148"/>
                  <a:pt x="21" y="148"/>
                </a:cubicBezTo>
                <a:cubicBezTo>
                  <a:pt x="16" y="156"/>
                  <a:pt x="11" y="168"/>
                  <a:pt x="14" y="175"/>
                </a:cubicBezTo>
                <a:cubicBezTo>
                  <a:pt x="17" y="184"/>
                  <a:pt x="33" y="196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199"/>
                  <a:pt x="44" y="199"/>
                  <a:pt x="44" y="199"/>
                </a:cubicBezTo>
                <a:cubicBezTo>
                  <a:pt x="44" y="200"/>
                  <a:pt x="44" y="201"/>
                  <a:pt x="44" y="201"/>
                </a:cubicBezTo>
                <a:cubicBezTo>
                  <a:pt x="46" y="208"/>
                  <a:pt x="51" y="213"/>
                  <a:pt x="60" y="217"/>
                </a:cubicBezTo>
                <a:cubicBezTo>
                  <a:pt x="65" y="219"/>
                  <a:pt x="70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4" y="220"/>
                  <a:pt x="74" y="220"/>
                  <a:pt x="74" y="220"/>
                </a:cubicBezTo>
                <a:cubicBezTo>
                  <a:pt x="76" y="223"/>
                  <a:pt x="79" y="225"/>
                  <a:pt x="82" y="228"/>
                </a:cubicBezTo>
                <a:cubicBezTo>
                  <a:pt x="89" y="233"/>
                  <a:pt x="99" y="235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11" y="239"/>
                  <a:pt x="119" y="244"/>
                  <a:pt x="128" y="244"/>
                </a:cubicBezTo>
                <a:cubicBezTo>
                  <a:pt x="128" y="244"/>
                  <a:pt x="128" y="244"/>
                  <a:pt x="128" y="244"/>
                </a:cubicBezTo>
                <a:cubicBezTo>
                  <a:pt x="132" y="244"/>
                  <a:pt x="136" y="243"/>
                  <a:pt x="139" y="241"/>
                </a:cubicBezTo>
                <a:cubicBezTo>
                  <a:pt x="142" y="239"/>
                  <a:pt x="145" y="237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47" y="233"/>
                  <a:pt x="147" y="233"/>
                  <a:pt x="147" y="233"/>
                </a:cubicBezTo>
                <a:cubicBezTo>
                  <a:pt x="156" y="237"/>
                  <a:pt x="167" y="239"/>
                  <a:pt x="176" y="239"/>
                </a:cubicBezTo>
                <a:close/>
                <a:moveTo>
                  <a:pt x="122" y="30"/>
                </a:moveTo>
                <a:cubicBezTo>
                  <a:pt x="122" y="30"/>
                  <a:pt x="122" y="30"/>
                  <a:pt x="122" y="30"/>
                </a:cubicBezTo>
                <a:cubicBezTo>
                  <a:pt x="132" y="25"/>
                  <a:pt x="153" y="14"/>
                  <a:pt x="163" y="14"/>
                </a:cubicBezTo>
                <a:cubicBezTo>
                  <a:pt x="163" y="14"/>
                  <a:pt x="164" y="14"/>
                  <a:pt x="164" y="14"/>
                </a:cubicBezTo>
                <a:cubicBezTo>
                  <a:pt x="171" y="14"/>
                  <a:pt x="184" y="17"/>
                  <a:pt x="194" y="20"/>
                </a:cubicBezTo>
                <a:cubicBezTo>
                  <a:pt x="194" y="20"/>
                  <a:pt x="194" y="20"/>
                  <a:pt x="194" y="20"/>
                </a:cubicBezTo>
                <a:cubicBezTo>
                  <a:pt x="203" y="23"/>
                  <a:pt x="211" y="25"/>
                  <a:pt x="216" y="25"/>
                </a:cubicBezTo>
                <a:cubicBezTo>
                  <a:pt x="222" y="25"/>
                  <a:pt x="245" y="29"/>
                  <a:pt x="262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63" y="31"/>
                  <a:pt x="263" y="31"/>
                  <a:pt x="263" y="31"/>
                </a:cubicBezTo>
                <a:cubicBezTo>
                  <a:pt x="295" y="129"/>
                  <a:pt x="295" y="129"/>
                  <a:pt x="295" y="129"/>
                </a:cubicBezTo>
                <a:cubicBezTo>
                  <a:pt x="294" y="129"/>
                  <a:pt x="294" y="129"/>
                  <a:pt x="294" y="129"/>
                </a:cubicBezTo>
                <a:cubicBezTo>
                  <a:pt x="279" y="143"/>
                  <a:pt x="279" y="143"/>
                  <a:pt x="279" y="143"/>
                </a:cubicBezTo>
                <a:cubicBezTo>
                  <a:pt x="278" y="143"/>
                  <a:pt x="278" y="143"/>
                  <a:pt x="278" y="143"/>
                </a:cubicBezTo>
                <a:cubicBezTo>
                  <a:pt x="241" y="106"/>
                  <a:pt x="241" y="106"/>
                  <a:pt x="241" y="106"/>
                </a:cubicBezTo>
                <a:cubicBezTo>
                  <a:pt x="232" y="96"/>
                  <a:pt x="202" y="64"/>
                  <a:pt x="191" y="61"/>
                </a:cubicBezTo>
                <a:cubicBezTo>
                  <a:pt x="174" y="56"/>
                  <a:pt x="159" y="59"/>
                  <a:pt x="147" y="69"/>
                </a:cubicBezTo>
                <a:cubicBezTo>
                  <a:pt x="142" y="74"/>
                  <a:pt x="139" y="79"/>
                  <a:pt x="136" y="85"/>
                </a:cubicBezTo>
                <a:cubicBezTo>
                  <a:pt x="131" y="94"/>
                  <a:pt x="127" y="102"/>
                  <a:pt x="111" y="103"/>
                </a:cubicBezTo>
                <a:cubicBezTo>
                  <a:pt x="104" y="104"/>
                  <a:pt x="98" y="103"/>
                  <a:pt x="96" y="100"/>
                </a:cubicBezTo>
                <a:cubicBezTo>
                  <a:pt x="94" y="98"/>
                  <a:pt x="94" y="96"/>
                  <a:pt x="95" y="95"/>
                </a:cubicBezTo>
                <a:lnTo>
                  <a:pt x="122" y="30"/>
                </a:lnTo>
                <a:close/>
                <a:moveTo>
                  <a:pt x="52" y="170"/>
                </a:moveTo>
                <a:cubicBezTo>
                  <a:pt x="50" y="175"/>
                  <a:pt x="47" y="180"/>
                  <a:pt x="46" y="186"/>
                </a:cubicBezTo>
                <a:cubicBezTo>
                  <a:pt x="46" y="186"/>
                  <a:pt x="46" y="186"/>
                  <a:pt x="46" y="186"/>
                </a:cubicBezTo>
                <a:cubicBezTo>
                  <a:pt x="45" y="186"/>
                  <a:pt x="45" y="186"/>
                  <a:pt x="45" y="186"/>
                </a:cubicBezTo>
                <a:cubicBezTo>
                  <a:pt x="39" y="183"/>
                  <a:pt x="28" y="176"/>
                  <a:pt x="26" y="171"/>
                </a:cubicBezTo>
                <a:cubicBezTo>
                  <a:pt x="26" y="171"/>
                  <a:pt x="26" y="171"/>
                  <a:pt x="26" y="171"/>
                </a:cubicBezTo>
                <a:cubicBezTo>
                  <a:pt x="25" y="169"/>
                  <a:pt x="28" y="161"/>
                  <a:pt x="31" y="156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52" y="170"/>
                  <a:pt x="52" y="170"/>
                  <a:pt x="52" y="170"/>
                </a:cubicBezTo>
                <a:close/>
                <a:moveTo>
                  <a:pt x="73" y="206"/>
                </a:moveTo>
                <a:cubicBezTo>
                  <a:pt x="73" y="206"/>
                  <a:pt x="73" y="206"/>
                  <a:pt x="73" y="206"/>
                </a:cubicBezTo>
                <a:cubicBezTo>
                  <a:pt x="73" y="206"/>
                  <a:pt x="72" y="206"/>
                  <a:pt x="72" y="206"/>
                </a:cubicBezTo>
                <a:cubicBezTo>
                  <a:pt x="71" y="206"/>
                  <a:pt x="68" y="206"/>
                  <a:pt x="65" y="205"/>
                </a:cubicBezTo>
                <a:cubicBezTo>
                  <a:pt x="60" y="203"/>
                  <a:pt x="57" y="200"/>
                  <a:pt x="57" y="198"/>
                </a:cubicBezTo>
                <a:cubicBezTo>
                  <a:pt x="57" y="197"/>
                  <a:pt x="57" y="196"/>
                  <a:pt x="57" y="195"/>
                </a:cubicBezTo>
                <a:cubicBezTo>
                  <a:pt x="57" y="195"/>
                  <a:pt x="57" y="194"/>
                  <a:pt x="57" y="194"/>
                </a:cubicBezTo>
                <a:cubicBezTo>
                  <a:pt x="58" y="188"/>
                  <a:pt x="62" y="179"/>
                  <a:pt x="65" y="173"/>
                </a:cubicBezTo>
                <a:cubicBezTo>
                  <a:pt x="65" y="173"/>
                  <a:pt x="65" y="173"/>
                  <a:pt x="65" y="173"/>
                </a:cubicBezTo>
                <a:cubicBezTo>
                  <a:pt x="66" y="173"/>
                  <a:pt x="67" y="172"/>
                  <a:pt x="67" y="172"/>
                </a:cubicBezTo>
                <a:cubicBezTo>
                  <a:pt x="67" y="171"/>
                  <a:pt x="68" y="170"/>
                  <a:pt x="68" y="169"/>
                </a:cubicBezTo>
                <a:cubicBezTo>
                  <a:pt x="68" y="169"/>
                  <a:pt x="68" y="169"/>
                  <a:pt x="68" y="169"/>
                </a:cubicBezTo>
                <a:cubicBezTo>
                  <a:pt x="70" y="166"/>
                  <a:pt x="71" y="165"/>
                  <a:pt x="72" y="164"/>
                </a:cubicBezTo>
                <a:cubicBezTo>
                  <a:pt x="76" y="163"/>
                  <a:pt x="84" y="169"/>
                  <a:pt x="85" y="171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86" y="172"/>
                  <a:pt x="86" y="173"/>
                  <a:pt x="85" y="175"/>
                </a:cubicBezTo>
                <a:cubicBezTo>
                  <a:pt x="85" y="175"/>
                  <a:pt x="85" y="175"/>
                  <a:pt x="85" y="175"/>
                </a:cubicBezTo>
                <a:lnTo>
                  <a:pt x="73" y="206"/>
                </a:lnTo>
                <a:close/>
                <a:moveTo>
                  <a:pt x="110" y="197"/>
                </a:moveTo>
                <a:cubicBezTo>
                  <a:pt x="110" y="197"/>
                  <a:pt x="110" y="197"/>
                  <a:pt x="110" y="197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102" y="221"/>
                  <a:pt x="102" y="221"/>
                  <a:pt x="102" y="221"/>
                </a:cubicBezTo>
                <a:cubicBezTo>
                  <a:pt x="99" y="221"/>
                  <a:pt x="94" y="220"/>
                  <a:pt x="90" y="217"/>
                </a:cubicBezTo>
                <a:cubicBezTo>
                  <a:pt x="87" y="215"/>
                  <a:pt x="86" y="214"/>
                  <a:pt x="85" y="212"/>
                </a:cubicBezTo>
                <a:cubicBezTo>
                  <a:pt x="85" y="212"/>
                  <a:pt x="85" y="212"/>
                  <a:pt x="85" y="212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97" y="181"/>
                  <a:pt x="97" y="181"/>
                  <a:pt x="97" y="181"/>
                </a:cubicBezTo>
                <a:cubicBezTo>
                  <a:pt x="103" y="182"/>
                  <a:pt x="109" y="185"/>
                  <a:pt x="110" y="187"/>
                </a:cubicBezTo>
                <a:cubicBezTo>
                  <a:pt x="110" y="187"/>
                  <a:pt x="110" y="187"/>
                  <a:pt x="110" y="187"/>
                </a:cubicBezTo>
                <a:cubicBezTo>
                  <a:pt x="110" y="188"/>
                  <a:pt x="111" y="191"/>
                  <a:pt x="110" y="197"/>
                </a:cubicBezTo>
                <a:close/>
                <a:moveTo>
                  <a:pt x="138" y="218"/>
                </a:moveTo>
                <a:cubicBezTo>
                  <a:pt x="138" y="218"/>
                  <a:pt x="138" y="218"/>
                  <a:pt x="138" y="218"/>
                </a:cubicBezTo>
                <a:cubicBezTo>
                  <a:pt x="138" y="218"/>
                  <a:pt x="138" y="218"/>
                  <a:pt x="138" y="218"/>
                </a:cubicBezTo>
                <a:cubicBezTo>
                  <a:pt x="138" y="219"/>
                  <a:pt x="137" y="219"/>
                  <a:pt x="137" y="219"/>
                </a:cubicBezTo>
                <a:cubicBezTo>
                  <a:pt x="136" y="221"/>
                  <a:pt x="136" y="223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6" y="225"/>
                  <a:pt x="136" y="225"/>
                  <a:pt x="136" y="225"/>
                </a:cubicBezTo>
                <a:cubicBezTo>
                  <a:pt x="135" y="227"/>
                  <a:pt x="134" y="229"/>
                  <a:pt x="132" y="230"/>
                </a:cubicBezTo>
                <a:cubicBezTo>
                  <a:pt x="131" y="231"/>
                  <a:pt x="130" y="231"/>
                  <a:pt x="128" y="231"/>
                </a:cubicBezTo>
                <a:cubicBezTo>
                  <a:pt x="124" y="231"/>
                  <a:pt x="118" y="228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15" y="225"/>
                  <a:pt x="115" y="225"/>
                  <a:pt x="115" y="225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2" y="201"/>
                  <a:pt x="122" y="201"/>
                  <a:pt x="122" y="201"/>
                </a:cubicBezTo>
                <a:cubicBezTo>
                  <a:pt x="124" y="200"/>
                  <a:pt x="127" y="199"/>
                  <a:pt x="129" y="200"/>
                </a:cubicBezTo>
                <a:cubicBezTo>
                  <a:pt x="132" y="200"/>
                  <a:pt x="137" y="201"/>
                  <a:pt x="138" y="205"/>
                </a:cubicBezTo>
                <a:cubicBezTo>
                  <a:pt x="139" y="208"/>
                  <a:pt x="139" y="213"/>
                  <a:pt x="138" y="218"/>
                </a:cubicBezTo>
                <a:close/>
                <a:moveTo>
                  <a:pt x="131" y="187"/>
                </a:moveTo>
                <a:cubicBezTo>
                  <a:pt x="129" y="187"/>
                  <a:pt x="126" y="187"/>
                  <a:pt x="124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7"/>
                  <a:pt x="123" y="187"/>
                  <a:pt x="123" y="187"/>
                </a:cubicBezTo>
                <a:cubicBezTo>
                  <a:pt x="123" y="185"/>
                  <a:pt x="123" y="184"/>
                  <a:pt x="123" y="184"/>
                </a:cubicBezTo>
                <a:cubicBezTo>
                  <a:pt x="121" y="175"/>
                  <a:pt x="109" y="169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98" y="168"/>
                  <a:pt x="98" y="168"/>
                  <a:pt x="98" y="167"/>
                </a:cubicBezTo>
                <a:cubicBezTo>
                  <a:pt x="96" y="162"/>
                  <a:pt x="90" y="156"/>
                  <a:pt x="84" y="154"/>
                </a:cubicBezTo>
                <a:cubicBezTo>
                  <a:pt x="78" y="151"/>
                  <a:pt x="73" y="150"/>
                  <a:pt x="68" y="152"/>
                </a:cubicBezTo>
                <a:cubicBezTo>
                  <a:pt x="65" y="153"/>
                  <a:pt x="63" y="155"/>
                  <a:pt x="60" y="158"/>
                </a:cubicBezTo>
                <a:cubicBezTo>
                  <a:pt x="60" y="159"/>
                  <a:pt x="60" y="159"/>
                  <a:pt x="60" y="159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15" y="128"/>
                  <a:pt x="15" y="128"/>
                  <a:pt x="15" y="128"/>
                </a:cubicBezTo>
                <a:cubicBezTo>
                  <a:pt x="50" y="32"/>
                  <a:pt x="50" y="32"/>
                  <a:pt x="50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107" y="32"/>
                  <a:pt x="107" y="32"/>
                  <a:pt x="107" y="32"/>
                </a:cubicBezTo>
                <a:cubicBezTo>
                  <a:pt x="82" y="90"/>
                  <a:pt x="82" y="90"/>
                  <a:pt x="82" y="90"/>
                </a:cubicBezTo>
                <a:cubicBezTo>
                  <a:pt x="82" y="90"/>
                  <a:pt x="82" y="91"/>
                  <a:pt x="82" y="91"/>
                </a:cubicBezTo>
                <a:cubicBezTo>
                  <a:pt x="82" y="92"/>
                  <a:pt x="79" y="101"/>
                  <a:pt x="86" y="108"/>
                </a:cubicBezTo>
                <a:cubicBezTo>
                  <a:pt x="91" y="115"/>
                  <a:pt x="100" y="117"/>
                  <a:pt x="113" y="116"/>
                </a:cubicBezTo>
                <a:cubicBezTo>
                  <a:pt x="135" y="114"/>
                  <a:pt x="142" y="101"/>
                  <a:pt x="148" y="91"/>
                </a:cubicBezTo>
                <a:cubicBezTo>
                  <a:pt x="150" y="86"/>
                  <a:pt x="152" y="82"/>
                  <a:pt x="155" y="79"/>
                </a:cubicBezTo>
                <a:cubicBezTo>
                  <a:pt x="164" y="72"/>
                  <a:pt x="174" y="70"/>
                  <a:pt x="187" y="74"/>
                </a:cubicBezTo>
                <a:cubicBezTo>
                  <a:pt x="193" y="75"/>
                  <a:pt x="214" y="96"/>
                  <a:pt x="231" y="115"/>
                </a:cubicBezTo>
                <a:cubicBezTo>
                  <a:pt x="231" y="115"/>
                  <a:pt x="231" y="115"/>
                  <a:pt x="231" y="11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2" y="155"/>
                  <a:pt x="272" y="155"/>
                  <a:pt x="272" y="155"/>
                </a:cubicBezTo>
                <a:cubicBezTo>
                  <a:pt x="271" y="159"/>
                  <a:pt x="268" y="164"/>
                  <a:pt x="264" y="167"/>
                </a:cubicBezTo>
                <a:cubicBezTo>
                  <a:pt x="261" y="170"/>
                  <a:pt x="257" y="172"/>
                  <a:pt x="254" y="172"/>
                </a:cubicBezTo>
                <a:cubicBezTo>
                  <a:pt x="254" y="172"/>
                  <a:pt x="254" y="172"/>
                  <a:pt x="254" y="172"/>
                </a:cubicBezTo>
                <a:cubicBezTo>
                  <a:pt x="253" y="172"/>
                  <a:pt x="253" y="172"/>
                  <a:pt x="253" y="172"/>
                </a:cubicBezTo>
                <a:cubicBezTo>
                  <a:pt x="220" y="145"/>
                  <a:pt x="220" y="145"/>
                  <a:pt x="220" y="145"/>
                </a:cubicBezTo>
                <a:cubicBezTo>
                  <a:pt x="217" y="142"/>
                  <a:pt x="212" y="135"/>
                  <a:pt x="212" y="132"/>
                </a:cubicBezTo>
                <a:cubicBezTo>
                  <a:pt x="212" y="128"/>
                  <a:pt x="209" y="126"/>
                  <a:pt x="205" y="126"/>
                </a:cubicBezTo>
                <a:cubicBezTo>
                  <a:pt x="205" y="126"/>
                  <a:pt x="205" y="126"/>
                  <a:pt x="205" y="126"/>
                </a:cubicBezTo>
                <a:cubicBezTo>
                  <a:pt x="201" y="126"/>
                  <a:pt x="199" y="129"/>
                  <a:pt x="199" y="133"/>
                </a:cubicBezTo>
                <a:cubicBezTo>
                  <a:pt x="200" y="142"/>
                  <a:pt x="209" y="152"/>
                  <a:pt x="211" y="154"/>
                </a:cubicBezTo>
                <a:cubicBezTo>
                  <a:pt x="211" y="155"/>
                  <a:pt x="211" y="155"/>
                  <a:pt x="212" y="155"/>
                </a:cubicBezTo>
                <a:cubicBezTo>
                  <a:pt x="245" y="182"/>
                  <a:pt x="245" y="182"/>
                  <a:pt x="245" y="182"/>
                </a:cubicBezTo>
                <a:cubicBezTo>
                  <a:pt x="245" y="182"/>
                  <a:pt x="245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6" y="183"/>
                  <a:pt x="246" y="183"/>
                  <a:pt x="246" y="183"/>
                </a:cubicBezTo>
                <a:cubicBezTo>
                  <a:pt x="245" y="186"/>
                  <a:pt x="243" y="189"/>
                  <a:pt x="240" y="192"/>
                </a:cubicBezTo>
                <a:cubicBezTo>
                  <a:pt x="236" y="195"/>
                  <a:pt x="232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228" y="197"/>
                  <a:pt x="228" y="197"/>
                  <a:pt x="228" y="197"/>
                </a:cubicBezTo>
                <a:cubicBezTo>
                  <a:pt x="193" y="168"/>
                  <a:pt x="193" y="168"/>
                  <a:pt x="193" y="168"/>
                </a:cubicBezTo>
                <a:cubicBezTo>
                  <a:pt x="192" y="167"/>
                  <a:pt x="190" y="167"/>
                  <a:pt x="188" y="167"/>
                </a:cubicBezTo>
                <a:cubicBezTo>
                  <a:pt x="186" y="167"/>
                  <a:pt x="185" y="168"/>
                  <a:pt x="184" y="169"/>
                </a:cubicBezTo>
                <a:cubicBezTo>
                  <a:pt x="183" y="171"/>
                  <a:pt x="182" y="172"/>
                  <a:pt x="182" y="174"/>
                </a:cubicBezTo>
                <a:cubicBezTo>
                  <a:pt x="182" y="176"/>
                  <a:pt x="183" y="177"/>
                  <a:pt x="185" y="178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9" y="206"/>
                  <a:pt x="219" y="206"/>
                  <a:pt x="219" y="206"/>
                </a:cubicBezTo>
                <a:cubicBezTo>
                  <a:pt x="218" y="210"/>
                  <a:pt x="216" y="213"/>
                  <a:pt x="213" y="215"/>
                </a:cubicBezTo>
                <a:cubicBezTo>
                  <a:pt x="211" y="218"/>
                  <a:pt x="207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204" y="219"/>
                  <a:pt x="204" y="219"/>
                  <a:pt x="204" y="219"/>
                </a:cubicBezTo>
                <a:cubicBezTo>
                  <a:pt x="171" y="194"/>
                  <a:pt x="171" y="194"/>
                  <a:pt x="171" y="194"/>
                </a:cubicBezTo>
                <a:cubicBezTo>
                  <a:pt x="170" y="193"/>
                  <a:pt x="168" y="193"/>
                  <a:pt x="166" y="193"/>
                </a:cubicBezTo>
                <a:cubicBezTo>
                  <a:pt x="165" y="193"/>
                  <a:pt x="163" y="194"/>
                  <a:pt x="162" y="196"/>
                </a:cubicBezTo>
                <a:cubicBezTo>
                  <a:pt x="161" y="197"/>
                  <a:pt x="161" y="199"/>
                  <a:pt x="161" y="201"/>
                </a:cubicBezTo>
                <a:cubicBezTo>
                  <a:pt x="161" y="202"/>
                  <a:pt x="162" y="204"/>
                  <a:pt x="163" y="205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8" y="224"/>
                  <a:pt x="188" y="224"/>
                  <a:pt x="188" y="224"/>
                </a:cubicBezTo>
                <a:cubicBezTo>
                  <a:pt x="187" y="224"/>
                  <a:pt x="186" y="225"/>
                  <a:pt x="185" y="225"/>
                </a:cubicBezTo>
                <a:cubicBezTo>
                  <a:pt x="182" y="225"/>
                  <a:pt x="179" y="226"/>
                  <a:pt x="176" y="226"/>
                </a:cubicBezTo>
                <a:cubicBezTo>
                  <a:pt x="168" y="226"/>
                  <a:pt x="158" y="223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1" y="220"/>
                  <a:pt x="151" y="220"/>
                  <a:pt x="151" y="220"/>
                </a:cubicBezTo>
                <a:cubicBezTo>
                  <a:pt x="153" y="212"/>
                  <a:pt x="152" y="205"/>
                  <a:pt x="151" y="201"/>
                </a:cubicBezTo>
                <a:cubicBezTo>
                  <a:pt x="149" y="193"/>
                  <a:pt x="141" y="188"/>
                  <a:pt x="131" y="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8D8CA6-2132-3B4A-BC60-9F91E4B1458B}"/>
              </a:ext>
            </a:extLst>
          </p:cNvPr>
          <p:cNvGrpSpPr/>
          <p:nvPr userDrawn="1"/>
        </p:nvGrpSpPr>
        <p:grpSpPr bwMode="auto">
          <a:xfrm>
            <a:off x="380999" y="1577830"/>
            <a:ext cx="11429980" cy="4734070"/>
            <a:chOff x="380999" y="1577845"/>
            <a:chExt cx="11520823" cy="5122866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AE293C8-14C3-874B-8890-DD874D9F5187}"/>
                </a:ext>
              </a:extLst>
            </p:cNvPr>
            <p:cNvSpPr/>
            <p:nvPr userDrawn="1"/>
          </p:nvSpPr>
          <p:spPr bwMode="auto">
            <a:xfrm>
              <a:off x="380999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56D8B7-72A3-4147-AD60-AFE0126E0C59}"/>
                </a:ext>
              </a:extLst>
            </p:cNvPr>
            <p:cNvSpPr/>
            <p:nvPr userDrawn="1"/>
          </p:nvSpPr>
          <p:spPr bwMode="auto">
            <a:xfrm>
              <a:off x="166171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8FFDCF-08AC-A745-A14B-1FB83D20EF87}"/>
                </a:ext>
              </a:extLst>
            </p:cNvPr>
            <p:cNvSpPr/>
            <p:nvPr userDrawn="1"/>
          </p:nvSpPr>
          <p:spPr bwMode="auto">
            <a:xfrm>
              <a:off x="294243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B6DE6F-DAF8-E246-AB81-6B639342348F}"/>
                </a:ext>
              </a:extLst>
            </p:cNvPr>
            <p:cNvSpPr/>
            <p:nvPr userDrawn="1"/>
          </p:nvSpPr>
          <p:spPr bwMode="auto">
            <a:xfrm>
              <a:off x="422314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841CF2-263C-B04E-9960-36397C49999B}"/>
                </a:ext>
              </a:extLst>
            </p:cNvPr>
            <p:cNvSpPr/>
            <p:nvPr userDrawn="1"/>
          </p:nvSpPr>
          <p:spPr bwMode="auto">
            <a:xfrm>
              <a:off x="550386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987178-6410-AF4D-A95C-0F3F1BDEE23D}"/>
                </a:ext>
              </a:extLst>
            </p:cNvPr>
            <p:cNvSpPr/>
            <p:nvPr userDrawn="1"/>
          </p:nvSpPr>
          <p:spPr bwMode="auto">
            <a:xfrm>
              <a:off x="380999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970435B-0CE9-444F-B4A6-D7E0FE1E8098}"/>
                </a:ext>
              </a:extLst>
            </p:cNvPr>
            <p:cNvSpPr/>
            <p:nvPr userDrawn="1"/>
          </p:nvSpPr>
          <p:spPr bwMode="auto">
            <a:xfrm>
              <a:off x="166171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637EA29-2A06-9242-B2F2-EA7F43329956}"/>
                </a:ext>
              </a:extLst>
            </p:cNvPr>
            <p:cNvSpPr/>
            <p:nvPr userDrawn="1"/>
          </p:nvSpPr>
          <p:spPr bwMode="auto">
            <a:xfrm>
              <a:off x="294243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8AEFC-712D-D044-81E5-6C1E41110759}"/>
                </a:ext>
              </a:extLst>
            </p:cNvPr>
            <p:cNvSpPr/>
            <p:nvPr userDrawn="1"/>
          </p:nvSpPr>
          <p:spPr bwMode="auto">
            <a:xfrm>
              <a:off x="422314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CBE003-D5E8-864C-98FA-9796248CE2AC}"/>
                </a:ext>
              </a:extLst>
            </p:cNvPr>
            <p:cNvSpPr/>
            <p:nvPr userDrawn="1"/>
          </p:nvSpPr>
          <p:spPr bwMode="auto">
            <a:xfrm>
              <a:off x="550386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DE82A5-95E4-6C4B-B11D-D53B6705F30D}"/>
                </a:ext>
              </a:extLst>
            </p:cNvPr>
            <p:cNvSpPr/>
            <p:nvPr userDrawn="1"/>
          </p:nvSpPr>
          <p:spPr bwMode="auto">
            <a:xfrm>
              <a:off x="380999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D3153DA-7E96-5A48-85FB-7AA1D84749D2}"/>
                </a:ext>
              </a:extLst>
            </p:cNvPr>
            <p:cNvSpPr/>
            <p:nvPr userDrawn="1"/>
          </p:nvSpPr>
          <p:spPr bwMode="auto">
            <a:xfrm>
              <a:off x="166171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84E1B72-B1CA-DE40-964D-0211741FA050}"/>
                </a:ext>
              </a:extLst>
            </p:cNvPr>
            <p:cNvSpPr/>
            <p:nvPr userDrawn="1"/>
          </p:nvSpPr>
          <p:spPr bwMode="auto">
            <a:xfrm>
              <a:off x="294243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DEA1F2-0336-5941-9F8D-A8F560A28115}"/>
                </a:ext>
              </a:extLst>
            </p:cNvPr>
            <p:cNvSpPr/>
            <p:nvPr userDrawn="1"/>
          </p:nvSpPr>
          <p:spPr bwMode="auto">
            <a:xfrm>
              <a:off x="422314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7AB087-9AA7-2D4E-A82A-605B50372D51}"/>
                </a:ext>
              </a:extLst>
            </p:cNvPr>
            <p:cNvSpPr/>
            <p:nvPr userDrawn="1"/>
          </p:nvSpPr>
          <p:spPr bwMode="auto">
            <a:xfrm>
              <a:off x="550386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447629-D1B9-0546-851F-E0D5ED605B7A}"/>
                </a:ext>
              </a:extLst>
            </p:cNvPr>
            <p:cNvSpPr/>
            <p:nvPr userDrawn="1"/>
          </p:nvSpPr>
          <p:spPr bwMode="auto">
            <a:xfrm>
              <a:off x="6784581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9B1291-33A4-EE48-806C-B5D7A1613345}"/>
                </a:ext>
              </a:extLst>
            </p:cNvPr>
            <p:cNvSpPr/>
            <p:nvPr userDrawn="1"/>
          </p:nvSpPr>
          <p:spPr bwMode="auto">
            <a:xfrm>
              <a:off x="6784581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CEBC75-F9B2-DF40-8FAB-B56A760AED4B}"/>
                </a:ext>
              </a:extLst>
            </p:cNvPr>
            <p:cNvSpPr/>
            <p:nvPr userDrawn="1"/>
          </p:nvSpPr>
          <p:spPr bwMode="auto">
            <a:xfrm>
              <a:off x="6784581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E5FF759-951A-054F-9F4A-482FE7225052}"/>
                </a:ext>
              </a:extLst>
            </p:cNvPr>
            <p:cNvSpPr/>
            <p:nvPr userDrawn="1"/>
          </p:nvSpPr>
          <p:spPr bwMode="auto">
            <a:xfrm>
              <a:off x="8065298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EB0590-F226-6748-B645-71C913F9B674}"/>
                </a:ext>
              </a:extLst>
            </p:cNvPr>
            <p:cNvSpPr/>
            <p:nvPr userDrawn="1"/>
          </p:nvSpPr>
          <p:spPr bwMode="auto">
            <a:xfrm>
              <a:off x="8065298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D31B860-B762-A94B-B4E7-355AC4826289}"/>
                </a:ext>
              </a:extLst>
            </p:cNvPr>
            <p:cNvSpPr/>
            <p:nvPr userDrawn="1"/>
          </p:nvSpPr>
          <p:spPr bwMode="auto">
            <a:xfrm>
              <a:off x="8065298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2F9D60-F80B-2F4A-9903-3996F96A22C1}"/>
                </a:ext>
              </a:extLst>
            </p:cNvPr>
            <p:cNvSpPr/>
            <p:nvPr userDrawn="1"/>
          </p:nvSpPr>
          <p:spPr bwMode="auto">
            <a:xfrm>
              <a:off x="380999" y="5419994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9C6B9A7-FBBB-F541-A935-BD7AF34D2A23}"/>
                </a:ext>
              </a:extLst>
            </p:cNvPr>
            <p:cNvSpPr/>
            <p:nvPr userDrawn="1"/>
          </p:nvSpPr>
          <p:spPr bwMode="auto">
            <a:xfrm>
              <a:off x="166171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53EEC05-B7DA-1540-9D32-177152835D78}"/>
                </a:ext>
              </a:extLst>
            </p:cNvPr>
            <p:cNvSpPr/>
            <p:nvPr userDrawn="1"/>
          </p:nvSpPr>
          <p:spPr bwMode="auto">
            <a:xfrm>
              <a:off x="294243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F87792-0038-E245-A756-AFA193BEC33C}"/>
                </a:ext>
              </a:extLst>
            </p:cNvPr>
            <p:cNvSpPr/>
            <p:nvPr userDrawn="1"/>
          </p:nvSpPr>
          <p:spPr bwMode="auto">
            <a:xfrm>
              <a:off x="422314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3EA47D-7036-6149-BFDD-AE64B4F0440E}"/>
                </a:ext>
              </a:extLst>
            </p:cNvPr>
            <p:cNvSpPr/>
            <p:nvPr userDrawn="1"/>
          </p:nvSpPr>
          <p:spPr bwMode="auto">
            <a:xfrm>
              <a:off x="550386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4CBC1BB-E618-4143-8102-0EE9DB6F72F6}"/>
                </a:ext>
              </a:extLst>
            </p:cNvPr>
            <p:cNvSpPr/>
            <p:nvPr userDrawn="1"/>
          </p:nvSpPr>
          <p:spPr bwMode="auto">
            <a:xfrm>
              <a:off x="6784581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302F22-33DC-404D-B9F7-4999125BE1C0}"/>
                </a:ext>
              </a:extLst>
            </p:cNvPr>
            <p:cNvSpPr/>
            <p:nvPr userDrawn="1"/>
          </p:nvSpPr>
          <p:spPr bwMode="auto">
            <a:xfrm>
              <a:off x="8065298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3913E2F-D6C7-6E4C-AF84-F30990D1C5F1}"/>
                </a:ext>
              </a:extLst>
            </p:cNvPr>
            <p:cNvSpPr/>
            <p:nvPr userDrawn="1"/>
          </p:nvSpPr>
          <p:spPr bwMode="auto">
            <a:xfrm>
              <a:off x="9343202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6AD2D-9784-F642-A106-04B3A189A305}"/>
                </a:ext>
              </a:extLst>
            </p:cNvPr>
            <p:cNvSpPr/>
            <p:nvPr userDrawn="1"/>
          </p:nvSpPr>
          <p:spPr bwMode="auto">
            <a:xfrm>
              <a:off x="9343202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5BAA71B-3977-2C45-BFCD-DD42EE282F3A}"/>
                </a:ext>
              </a:extLst>
            </p:cNvPr>
            <p:cNvSpPr/>
            <p:nvPr userDrawn="1"/>
          </p:nvSpPr>
          <p:spPr bwMode="auto">
            <a:xfrm>
              <a:off x="9343202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09A6B8D-0BC6-844C-98BC-26714B74B89C}"/>
                </a:ext>
              </a:extLst>
            </p:cNvPr>
            <p:cNvSpPr/>
            <p:nvPr userDrawn="1"/>
          </p:nvSpPr>
          <p:spPr bwMode="auto">
            <a:xfrm>
              <a:off x="9343202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F3FD9C-200A-6341-94B3-0C1EB6DACAB0}"/>
                </a:ext>
              </a:extLst>
            </p:cNvPr>
            <p:cNvSpPr/>
            <p:nvPr userDrawn="1"/>
          </p:nvSpPr>
          <p:spPr bwMode="auto">
            <a:xfrm>
              <a:off x="10621105" y="1577845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38373EE-C7AD-A948-BF2D-EFDCBD86A63D}"/>
                </a:ext>
              </a:extLst>
            </p:cNvPr>
            <p:cNvSpPr/>
            <p:nvPr userDrawn="1"/>
          </p:nvSpPr>
          <p:spPr bwMode="auto">
            <a:xfrm>
              <a:off x="10621105" y="2858561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D9BF3B8-1553-CB43-861A-0C55AC833BFD}"/>
                </a:ext>
              </a:extLst>
            </p:cNvPr>
            <p:cNvSpPr/>
            <p:nvPr userDrawn="1"/>
          </p:nvSpPr>
          <p:spPr bwMode="auto">
            <a:xfrm>
              <a:off x="10621105" y="4139278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D0F4D3-BA10-E141-99A5-7B49C20DF11A}"/>
                </a:ext>
              </a:extLst>
            </p:cNvPr>
            <p:cNvSpPr/>
            <p:nvPr userDrawn="1"/>
          </p:nvSpPr>
          <p:spPr bwMode="auto">
            <a:xfrm>
              <a:off x="10621105" y="5419993"/>
              <a:ext cx="1280717" cy="1280717"/>
            </a:xfrm>
            <a:prstGeom prst="rect">
              <a:avLst/>
            </a:prstGeom>
            <a:grp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err="1"/>
            </a:p>
          </p:txBody>
        </p:sp>
      </p:grpSp>
      <p:sp>
        <p:nvSpPr>
          <p:cNvPr id="37" name="Freeform 69">
            <a:extLst>
              <a:ext uri="{FF2B5EF4-FFF2-40B4-BE49-F238E27FC236}">
                <a16:creationId xmlns:a16="http://schemas.microsoft.com/office/drawing/2014/main" id="{3634B592-2BB6-5C4B-A72F-5EE93BA6F81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25653" y="1967482"/>
            <a:ext cx="499664" cy="424950"/>
          </a:xfrm>
          <a:custGeom>
            <a:avLst/>
            <a:gdLst>
              <a:gd name="T0" fmla="*/ 90 w 289"/>
              <a:gd name="T1" fmla="*/ 246 h 246"/>
              <a:gd name="T2" fmla="*/ 86 w 289"/>
              <a:gd name="T3" fmla="*/ 244 h 246"/>
              <a:gd name="T4" fmla="*/ 2 w 289"/>
              <a:gd name="T5" fmla="*/ 160 h 246"/>
              <a:gd name="T6" fmla="*/ 2 w 289"/>
              <a:gd name="T7" fmla="*/ 152 h 246"/>
              <a:gd name="T8" fmla="*/ 44 w 289"/>
              <a:gd name="T9" fmla="*/ 110 h 246"/>
              <a:gd name="T10" fmla="*/ 53 w 289"/>
              <a:gd name="T11" fmla="*/ 110 h 246"/>
              <a:gd name="T12" fmla="*/ 90 w 289"/>
              <a:gd name="T13" fmla="*/ 148 h 246"/>
              <a:gd name="T14" fmla="*/ 236 w 289"/>
              <a:gd name="T15" fmla="*/ 2 h 246"/>
              <a:gd name="T16" fmla="*/ 245 w 289"/>
              <a:gd name="T17" fmla="*/ 2 h 246"/>
              <a:gd name="T18" fmla="*/ 287 w 289"/>
              <a:gd name="T19" fmla="*/ 44 h 246"/>
              <a:gd name="T20" fmla="*/ 287 w 289"/>
              <a:gd name="T21" fmla="*/ 52 h 246"/>
              <a:gd name="T22" fmla="*/ 95 w 289"/>
              <a:gd name="T23" fmla="*/ 244 h 246"/>
              <a:gd name="T24" fmla="*/ 90 w 289"/>
              <a:gd name="T25" fmla="*/ 246 h 246"/>
              <a:gd name="T26" fmla="*/ 15 w 289"/>
              <a:gd name="T27" fmla="*/ 156 h 246"/>
              <a:gd name="T28" fmla="*/ 90 w 289"/>
              <a:gd name="T29" fmla="*/ 232 h 246"/>
              <a:gd name="T30" fmla="*/ 274 w 289"/>
              <a:gd name="T31" fmla="*/ 48 h 246"/>
              <a:gd name="T32" fmla="*/ 240 w 289"/>
              <a:gd name="T33" fmla="*/ 15 h 246"/>
              <a:gd name="T34" fmla="*/ 95 w 289"/>
              <a:gd name="T35" fmla="*/ 160 h 246"/>
              <a:gd name="T36" fmla="*/ 86 w 289"/>
              <a:gd name="T37" fmla="*/ 160 h 246"/>
              <a:gd name="T38" fmla="*/ 48 w 289"/>
              <a:gd name="T39" fmla="*/ 123 h 246"/>
              <a:gd name="T40" fmla="*/ 15 w 289"/>
              <a:gd name="T41" fmla="*/ 15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9" h="246">
                <a:moveTo>
                  <a:pt x="90" y="246"/>
                </a:moveTo>
                <a:cubicBezTo>
                  <a:pt x="89" y="246"/>
                  <a:pt x="87" y="246"/>
                  <a:pt x="86" y="244"/>
                </a:cubicBezTo>
                <a:cubicBezTo>
                  <a:pt x="2" y="160"/>
                  <a:pt x="2" y="160"/>
                  <a:pt x="2" y="160"/>
                </a:cubicBezTo>
                <a:cubicBezTo>
                  <a:pt x="0" y="158"/>
                  <a:pt x="0" y="154"/>
                  <a:pt x="2" y="152"/>
                </a:cubicBezTo>
                <a:cubicBezTo>
                  <a:pt x="44" y="110"/>
                  <a:pt x="44" y="110"/>
                  <a:pt x="44" y="110"/>
                </a:cubicBezTo>
                <a:cubicBezTo>
                  <a:pt x="47" y="108"/>
                  <a:pt x="50" y="108"/>
                  <a:pt x="53" y="110"/>
                </a:cubicBezTo>
                <a:cubicBezTo>
                  <a:pt x="90" y="148"/>
                  <a:pt x="90" y="148"/>
                  <a:pt x="90" y="148"/>
                </a:cubicBezTo>
                <a:cubicBezTo>
                  <a:pt x="236" y="2"/>
                  <a:pt x="236" y="2"/>
                  <a:pt x="236" y="2"/>
                </a:cubicBezTo>
                <a:cubicBezTo>
                  <a:pt x="239" y="0"/>
                  <a:pt x="242" y="0"/>
                  <a:pt x="245" y="2"/>
                </a:cubicBezTo>
                <a:cubicBezTo>
                  <a:pt x="287" y="44"/>
                  <a:pt x="287" y="44"/>
                  <a:pt x="287" y="44"/>
                </a:cubicBezTo>
                <a:cubicBezTo>
                  <a:pt x="289" y="46"/>
                  <a:pt x="289" y="50"/>
                  <a:pt x="287" y="52"/>
                </a:cubicBezTo>
                <a:cubicBezTo>
                  <a:pt x="95" y="244"/>
                  <a:pt x="95" y="244"/>
                  <a:pt x="95" y="244"/>
                </a:cubicBezTo>
                <a:cubicBezTo>
                  <a:pt x="94" y="246"/>
                  <a:pt x="92" y="246"/>
                  <a:pt x="90" y="246"/>
                </a:cubicBezTo>
                <a:close/>
                <a:moveTo>
                  <a:pt x="15" y="156"/>
                </a:moveTo>
                <a:cubicBezTo>
                  <a:pt x="90" y="232"/>
                  <a:pt x="90" y="232"/>
                  <a:pt x="90" y="232"/>
                </a:cubicBezTo>
                <a:cubicBezTo>
                  <a:pt x="274" y="48"/>
                  <a:pt x="274" y="48"/>
                  <a:pt x="274" y="48"/>
                </a:cubicBezTo>
                <a:cubicBezTo>
                  <a:pt x="240" y="15"/>
                  <a:pt x="240" y="15"/>
                  <a:pt x="240" y="15"/>
                </a:cubicBezTo>
                <a:cubicBezTo>
                  <a:pt x="95" y="160"/>
                  <a:pt x="95" y="160"/>
                  <a:pt x="95" y="160"/>
                </a:cubicBezTo>
                <a:cubicBezTo>
                  <a:pt x="92" y="163"/>
                  <a:pt x="89" y="163"/>
                  <a:pt x="86" y="160"/>
                </a:cubicBezTo>
                <a:cubicBezTo>
                  <a:pt x="48" y="123"/>
                  <a:pt x="48" y="123"/>
                  <a:pt x="48" y="123"/>
                </a:cubicBezTo>
                <a:lnTo>
                  <a:pt x="15" y="1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91" name="Group 98">
            <a:extLst>
              <a:ext uri="{FF2B5EF4-FFF2-40B4-BE49-F238E27FC236}">
                <a16:creationId xmlns:a16="http://schemas.microsoft.com/office/drawing/2014/main" id="{9AC922D9-7CEE-B448-86D3-66DA557B7F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84826" y="5548256"/>
            <a:ext cx="448560" cy="372925"/>
            <a:chOff x="1371" y="1755"/>
            <a:chExt cx="427" cy="355"/>
          </a:xfrm>
          <a:solidFill>
            <a:schemeClr val="accent1"/>
          </a:solidFill>
        </p:grpSpPr>
        <p:sp>
          <p:nvSpPr>
            <p:cNvPr id="92" name="Freeform 99">
              <a:extLst>
                <a:ext uri="{FF2B5EF4-FFF2-40B4-BE49-F238E27FC236}">
                  <a16:creationId xmlns:a16="http://schemas.microsoft.com/office/drawing/2014/main" id="{6DD3FF56-53E8-3945-A690-6D0C81F64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" y="1755"/>
              <a:ext cx="427" cy="355"/>
            </a:xfrm>
            <a:custGeom>
              <a:avLst/>
              <a:gdLst>
                <a:gd name="T0" fmla="*/ 282 w 288"/>
                <a:gd name="T1" fmla="*/ 240 h 240"/>
                <a:gd name="T2" fmla="*/ 6 w 288"/>
                <a:gd name="T3" fmla="*/ 240 h 240"/>
                <a:gd name="T4" fmla="*/ 0 w 288"/>
                <a:gd name="T5" fmla="*/ 234 h 240"/>
                <a:gd name="T6" fmla="*/ 0 w 288"/>
                <a:gd name="T7" fmla="*/ 6 h 240"/>
                <a:gd name="T8" fmla="*/ 6 w 288"/>
                <a:gd name="T9" fmla="*/ 0 h 240"/>
                <a:gd name="T10" fmla="*/ 282 w 288"/>
                <a:gd name="T11" fmla="*/ 0 h 240"/>
                <a:gd name="T12" fmla="*/ 288 w 288"/>
                <a:gd name="T13" fmla="*/ 6 h 240"/>
                <a:gd name="T14" fmla="*/ 288 w 288"/>
                <a:gd name="T15" fmla="*/ 234 h 240"/>
                <a:gd name="T16" fmla="*/ 282 w 288"/>
                <a:gd name="T17" fmla="*/ 240 h 240"/>
                <a:gd name="T18" fmla="*/ 12 w 288"/>
                <a:gd name="T19" fmla="*/ 228 h 240"/>
                <a:gd name="T20" fmla="*/ 276 w 288"/>
                <a:gd name="T21" fmla="*/ 228 h 240"/>
                <a:gd name="T22" fmla="*/ 276 w 288"/>
                <a:gd name="T23" fmla="*/ 12 h 240"/>
                <a:gd name="T24" fmla="*/ 12 w 288"/>
                <a:gd name="T25" fmla="*/ 12 h 240"/>
                <a:gd name="T26" fmla="*/ 12 w 288"/>
                <a:gd name="T27" fmla="*/ 22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40">
                  <a:moveTo>
                    <a:pt x="282" y="240"/>
                  </a:moveTo>
                  <a:cubicBezTo>
                    <a:pt x="6" y="240"/>
                    <a:pt x="6" y="240"/>
                    <a:pt x="6" y="240"/>
                  </a:cubicBezTo>
                  <a:cubicBezTo>
                    <a:pt x="3" y="240"/>
                    <a:pt x="0" y="237"/>
                    <a:pt x="0" y="2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7"/>
                    <a:pt x="285" y="240"/>
                    <a:pt x="282" y="240"/>
                  </a:cubicBezTo>
                  <a:close/>
                  <a:moveTo>
                    <a:pt x="12" y="228"/>
                  </a:moveTo>
                  <a:cubicBezTo>
                    <a:pt x="276" y="228"/>
                    <a:pt x="276" y="228"/>
                    <a:pt x="276" y="228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3" name="Freeform 100">
              <a:extLst>
                <a:ext uri="{FF2B5EF4-FFF2-40B4-BE49-F238E27FC236}">
                  <a16:creationId xmlns:a16="http://schemas.microsoft.com/office/drawing/2014/main" id="{B9DD30D6-7FC5-4E4B-AA29-A488CEB7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1790"/>
              <a:ext cx="71" cy="71"/>
            </a:xfrm>
            <a:custGeom>
              <a:avLst/>
              <a:gdLst>
                <a:gd name="T0" fmla="*/ 6 w 48"/>
                <a:gd name="T1" fmla="*/ 48 h 48"/>
                <a:gd name="T2" fmla="*/ 0 w 48"/>
                <a:gd name="T3" fmla="*/ 42 h 48"/>
                <a:gd name="T4" fmla="*/ 0 w 48"/>
                <a:gd name="T5" fmla="*/ 6 h 48"/>
                <a:gd name="T6" fmla="*/ 6 w 48"/>
                <a:gd name="T7" fmla="*/ 0 h 48"/>
                <a:gd name="T8" fmla="*/ 42 w 48"/>
                <a:gd name="T9" fmla="*/ 0 h 48"/>
                <a:gd name="T10" fmla="*/ 48 w 48"/>
                <a:gd name="T11" fmla="*/ 6 h 48"/>
                <a:gd name="T12" fmla="*/ 42 w 48"/>
                <a:gd name="T13" fmla="*/ 12 h 48"/>
                <a:gd name="T14" fmla="*/ 12 w 48"/>
                <a:gd name="T15" fmla="*/ 12 h 48"/>
                <a:gd name="T16" fmla="*/ 12 w 48"/>
                <a:gd name="T17" fmla="*/ 42 h 48"/>
                <a:gd name="T18" fmla="*/ 6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4" name="Freeform 101">
              <a:extLst>
                <a:ext uri="{FF2B5EF4-FFF2-40B4-BE49-F238E27FC236}">
                  <a16:creationId xmlns:a16="http://schemas.microsoft.com/office/drawing/2014/main" id="{B598F935-A581-034B-89D4-127294ECE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1790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36 w 48"/>
                <a:gd name="T3" fmla="*/ 42 h 48"/>
                <a:gd name="T4" fmla="*/ 36 w 48"/>
                <a:gd name="T5" fmla="*/ 12 h 48"/>
                <a:gd name="T6" fmla="*/ 6 w 48"/>
                <a:gd name="T7" fmla="*/ 12 h 48"/>
                <a:gd name="T8" fmla="*/ 0 w 48"/>
                <a:gd name="T9" fmla="*/ 6 h 48"/>
                <a:gd name="T10" fmla="*/ 6 w 48"/>
                <a:gd name="T11" fmla="*/ 0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39" y="48"/>
                    <a:pt x="36" y="45"/>
                    <a:pt x="36" y="4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5" name="Freeform 102">
              <a:extLst>
                <a:ext uri="{FF2B5EF4-FFF2-40B4-BE49-F238E27FC236}">
                  <a16:creationId xmlns:a16="http://schemas.microsoft.com/office/drawing/2014/main" id="{24EC5BA8-8063-3241-A2BA-5D3F0C810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0 w 48"/>
                <a:gd name="T7" fmla="*/ 6 h 48"/>
                <a:gd name="T8" fmla="*/ 6 w 48"/>
                <a:gd name="T9" fmla="*/ 0 h 48"/>
                <a:gd name="T10" fmla="*/ 12 w 48"/>
                <a:gd name="T11" fmla="*/ 6 h 48"/>
                <a:gd name="T12" fmla="*/ 12 w 48"/>
                <a:gd name="T13" fmla="*/ 36 h 48"/>
                <a:gd name="T14" fmla="*/ 42 w 48"/>
                <a:gd name="T15" fmla="*/ 3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5" y="36"/>
                    <a:pt x="48" y="39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6" name="Freeform 103">
              <a:extLst>
                <a:ext uri="{FF2B5EF4-FFF2-40B4-BE49-F238E27FC236}">
                  <a16:creationId xmlns:a16="http://schemas.microsoft.com/office/drawing/2014/main" id="{CF8C2DB6-381F-254A-B48E-15AFF4C7C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71" cy="71"/>
            </a:xfrm>
            <a:custGeom>
              <a:avLst/>
              <a:gdLst>
                <a:gd name="T0" fmla="*/ 42 w 48"/>
                <a:gd name="T1" fmla="*/ 48 h 48"/>
                <a:gd name="T2" fmla="*/ 6 w 48"/>
                <a:gd name="T3" fmla="*/ 48 h 48"/>
                <a:gd name="T4" fmla="*/ 0 w 48"/>
                <a:gd name="T5" fmla="*/ 42 h 48"/>
                <a:gd name="T6" fmla="*/ 6 w 48"/>
                <a:gd name="T7" fmla="*/ 36 h 48"/>
                <a:gd name="T8" fmla="*/ 36 w 48"/>
                <a:gd name="T9" fmla="*/ 36 h 48"/>
                <a:gd name="T10" fmla="*/ 36 w 48"/>
                <a:gd name="T11" fmla="*/ 6 h 48"/>
                <a:gd name="T12" fmla="*/ 42 w 48"/>
                <a:gd name="T13" fmla="*/ 0 h 48"/>
                <a:gd name="T14" fmla="*/ 48 w 48"/>
                <a:gd name="T15" fmla="*/ 6 h 48"/>
                <a:gd name="T16" fmla="*/ 48 w 48"/>
                <a:gd name="T17" fmla="*/ 42 h 48"/>
                <a:gd name="T18" fmla="*/ 42 w 48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4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39"/>
                    <a:pt x="3" y="36"/>
                    <a:pt x="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3"/>
                    <a:pt x="39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5"/>
                    <a:pt x="45" y="48"/>
                    <a:pt x="4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7" name="Freeform 104">
              <a:extLst>
                <a:ext uri="{FF2B5EF4-FFF2-40B4-BE49-F238E27FC236}">
                  <a16:creationId xmlns:a16="http://schemas.microsoft.com/office/drawing/2014/main" id="{0667E557-C3C5-454F-BFFD-0892A85D1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844"/>
              <a:ext cx="286" cy="177"/>
            </a:xfrm>
            <a:custGeom>
              <a:avLst/>
              <a:gdLst>
                <a:gd name="T0" fmla="*/ 97 w 193"/>
                <a:gd name="T1" fmla="*/ 120 h 120"/>
                <a:gd name="T2" fmla="*/ 2 w 193"/>
                <a:gd name="T3" fmla="*/ 64 h 120"/>
                <a:gd name="T4" fmla="*/ 2 w 193"/>
                <a:gd name="T5" fmla="*/ 56 h 120"/>
                <a:gd name="T6" fmla="*/ 97 w 193"/>
                <a:gd name="T7" fmla="*/ 0 h 120"/>
                <a:gd name="T8" fmla="*/ 191 w 193"/>
                <a:gd name="T9" fmla="*/ 56 h 120"/>
                <a:gd name="T10" fmla="*/ 191 w 193"/>
                <a:gd name="T11" fmla="*/ 64 h 120"/>
                <a:gd name="T12" fmla="*/ 97 w 193"/>
                <a:gd name="T13" fmla="*/ 120 h 120"/>
                <a:gd name="T14" fmla="*/ 15 w 193"/>
                <a:gd name="T15" fmla="*/ 60 h 120"/>
                <a:gd name="T16" fmla="*/ 97 w 193"/>
                <a:gd name="T17" fmla="*/ 108 h 120"/>
                <a:gd name="T18" fmla="*/ 179 w 193"/>
                <a:gd name="T19" fmla="*/ 60 h 120"/>
                <a:gd name="T20" fmla="*/ 97 w 193"/>
                <a:gd name="T21" fmla="*/ 12 h 120"/>
                <a:gd name="T22" fmla="*/ 15 w 193"/>
                <a:gd name="T23" fmla="*/ 6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120">
                  <a:moveTo>
                    <a:pt x="97" y="120"/>
                  </a:moveTo>
                  <a:cubicBezTo>
                    <a:pt x="53" y="120"/>
                    <a:pt x="4" y="66"/>
                    <a:pt x="2" y="64"/>
                  </a:cubicBezTo>
                  <a:cubicBezTo>
                    <a:pt x="0" y="62"/>
                    <a:pt x="0" y="58"/>
                    <a:pt x="2" y="56"/>
                  </a:cubicBezTo>
                  <a:cubicBezTo>
                    <a:pt x="4" y="54"/>
                    <a:pt x="53" y="0"/>
                    <a:pt x="97" y="0"/>
                  </a:cubicBezTo>
                  <a:cubicBezTo>
                    <a:pt x="141" y="0"/>
                    <a:pt x="189" y="54"/>
                    <a:pt x="191" y="56"/>
                  </a:cubicBezTo>
                  <a:cubicBezTo>
                    <a:pt x="193" y="58"/>
                    <a:pt x="193" y="62"/>
                    <a:pt x="191" y="64"/>
                  </a:cubicBezTo>
                  <a:cubicBezTo>
                    <a:pt x="189" y="66"/>
                    <a:pt x="141" y="120"/>
                    <a:pt x="97" y="120"/>
                  </a:cubicBezTo>
                  <a:close/>
                  <a:moveTo>
                    <a:pt x="15" y="60"/>
                  </a:moveTo>
                  <a:cubicBezTo>
                    <a:pt x="27" y="72"/>
                    <a:pt x="64" y="108"/>
                    <a:pt x="97" y="108"/>
                  </a:cubicBezTo>
                  <a:cubicBezTo>
                    <a:pt x="129" y="108"/>
                    <a:pt x="167" y="72"/>
                    <a:pt x="179" y="60"/>
                  </a:cubicBezTo>
                  <a:cubicBezTo>
                    <a:pt x="167" y="48"/>
                    <a:pt x="129" y="12"/>
                    <a:pt x="97" y="12"/>
                  </a:cubicBezTo>
                  <a:cubicBezTo>
                    <a:pt x="64" y="12"/>
                    <a:pt x="27" y="48"/>
                    <a:pt x="15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8" name="Freeform 105">
              <a:extLst>
                <a:ext uri="{FF2B5EF4-FFF2-40B4-BE49-F238E27FC236}">
                  <a16:creationId xmlns:a16="http://schemas.microsoft.com/office/drawing/2014/main" id="{3BB22AA7-DF3C-C443-90C8-1FB2B5423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1" y="1879"/>
              <a:ext cx="107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9" name="Oval 106">
              <a:extLst>
                <a:ext uri="{FF2B5EF4-FFF2-40B4-BE49-F238E27FC236}">
                  <a16:creationId xmlns:a16="http://schemas.microsoft.com/office/drawing/2014/main" id="{840F5257-5088-364D-878D-3C2254FB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" y="1915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11" name="Group 41">
            <a:extLst>
              <a:ext uri="{FF2B5EF4-FFF2-40B4-BE49-F238E27FC236}">
                <a16:creationId xmlns:a16="http://schemas.microsoft.com/office/drawing/2014/main" id="{CAE15CC3-F3B0-4346-93C0-B55CF26740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95631" y="5524348"/>
            <a:ext cx="459581" cy="420743"/>
            <a:chOff x="3439" y="460"/>
            <a:chExt cx="426" cy="390"/>
          </a:xfrm>
          <a:solidFill>
            <a:schemeClr val="accent1"/>
          </a:solidFill>
        </p:grpSpPr>
        <p:sp>
          <p:nvSpPr>
            <p:cNvPr id="112" name="Freeform 42">
              <a:extLst>
                <a:ext uri="{FF2B5EF4-FFF2-40B4-BE49-F238E27FC236}">
                  <a16:creationId xmlns:a16="http://schemas.microsoft.com/office/drawing/2014/main" id="{FC866253-99F8-F940-8BD2-B8A0B5BABF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584"/>
              <a:ext cx="426" cy="266"/>
            </a:xfrm>
            <a:custGeom>
              <a:avLst/>
              <a:gdLst>
                <a:gd name="T0" fmla="*/ 265 w 288"/>
                <a:gd name="T1" fmla="*/ 180 h 180"/>
                <a:gd name="T2" fmla="*/ 23 w 288"/>
                <a:gd name="T3" fmla="*/ 180 h 180"/>
                <a:gd name="T4" fmla="*/ 0 w 288"/>
                <a:gd name="T5" fmla="*/ 157 h 180"/>
                <a:gd name="T6" fmla="*/ 0 w 288"/>
                <a:gd name="T7" fmla="*/ 6 h 180"/>
                <a:gd name="T8" fmla="*/ 6 w 288"/>
                <a:gd name="T9" fmla="*/ 0 h 180"/>
                <a:gd name="T10" fmla="*/ 282 w 288"/>
                <a:gd name="T11" fmla="*/ 0 h 180"/>
                <a:gd name="T12" fmla="*/ 288 w 288"/>
                <a:gd name="T13" fmla="*/ 6 h 180"/>
                <a:gd name="T14" fmla="*/ 288 w 288"/>
                <a:gd name="T15" fmla="*/ 157 h 180"/>
                <a:gd name="T16" fmla="*/ 265 w 288"/>
                <a:gd name="T17" fmla="*/ 180 h 180"/>
                <a:gd name="T18" fmla="*/ 12 w 288"/>
                <a:gd name="T19" fmla="*/ 12 h 180"/>
                <a:gd name="T20" fmla="*/ 12 w 288"/>
                <a:gd name="T21" fmla="*/ 157 h 180"/>
                <a:gd name="T22" fmla="*/ 23 w 288"/>
                <a:gd name="T23" fmla="*/ 168 h 180"/>
                <a:gd name="T24" fmla="*/ 265 w 288"/>
                <a:gd name="T25" fmla="*/ 168 h 180"/>
                <a:gd name="T26" fmla="*/ 276 w 288"/>
                <a:gd name="T27" fmla="*/ 157 h 180"/>
                <a:gd name="T28" fmla="*/ 276 w 288"/>
                <a:gd name="T29" fmla="*/ 12 h 180"/>
                <a:gd name="T30" fmla="*/ 12 w 288"/>
                <a:gd name="T31" fmla="*/ 1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180">
                  <a:moveTo>
                    <a:pt x="265" y="180"/>
                  </a:moveTo>
                  <a:cubicBezTo>
                    <a:pt x="23" y="180"/>
                    <a:pt x="23" y="180"/>
                    <a:pt x="23" y="180"/>
                  </a:cubicBezTo>
                  <a:cubicBezTo>
                    <a:pt x="10" y="180"/>
                    <a:pt x="0" y="170"/>
                    <a:pt x="0" y="15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57"/>
                    <a:pt x="288" y="157"/>
                    <a:pt x="288" y="157"/>
                  </a:cubicBezTo>
                  <a:cubicBezTo>
                    <a:pt x="288" y="170"/>
                    <a:pt x="277" y="180"/>
                    <a:pt x="265" y="180"/>
                  </a:cubicBezTo>
                  <a:close/>
                  <a:moveTo>
                    <a:pt x="12" y="12"/>
                  </a:moveTo>
                  <a:cubicBezTo>
                    <a:pt x="12" y="157"/>
                    <a:pt x="12" y="157"/>
                    <a:pt x="12" y="157"/>
                  </a:cubicBezTo>
                  <a:cubicBezTo>
                    <a:pt x="12" y="163"/>
                    <a:pt x="17" y="168"/>
                    <a:pt x="23" y="168"/>
                  </a:cubicBezTo>
                  <a:cubicBezTo>
                    <a:pt x="265" y="168"/>
                    <a:pt x="265" y="168"/>
                    <a:pt x="265" y="168"/>
                  </a:cubicBezTo>
                  <a:cubicBezTo>
                    <a:pt x="271" y="168"/>
                    <a:pt x="276" y="163"/>
                    <a:pt x="276" y="157"/>
                  </a:cubicBezTo>
                  <a:cubicBezTo>
                    <a:pt x="276" y="12"/>
                    <a:pt x="276" y="12"/>
                    <a:pt x="276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3" name="Freeform 43">
              <a:extLst>
                <a:ext uri="{FF2B5EF4-FFF2-40B4-BE49-F238E27FC236}">
                  <a16:creationId xmlns:a16="http://schemas.microsoft.com/office/drawing/2014/main" id="{DAD71534-CAEB-4342-9B3B-ACB93687E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81" y="637"/>
              <a:ext cx="160" cy="160"/>
            </a:xfrm>
            <a:custGeom>
              <a:avLst/>
              <a:gdLst>
                <a:gd name="T0" fmla="*/ 6 w 108"/>
                <a:gd name="T1" fmla="*/ 108 h 108"/>
                <a:gd name="T2" fmla="*/ 3 w 108"/>
                <a:gd name="T3" fmla="*/ 107 h 108"/>
                <a:gd name="T4" fmla="*/ 0 w 108"/>
                <a:gd name="T5" fmla="*/ 102 h 108"/>
                <a:gd name="T6" fmla="*/ 0 w 108"/>
                <a:gd name="T7" fmla="*/ 6 h 108"/>
                <a:gd name="T8" fmla="*/ 3 w 108"/>
                <a:gd name="T9" fmla="*/ 1 h 108"/>
                <a:gd name="T10" fmla="*/ 9 w 108"/>
                <a:gd name="T11" fmla="*/ 1 h 108"/>
                <a:gd name="T12" fmla="*/ 105 w 108"/>
                <a:gd name="T13" fmla="*/ 49 h 108"/>
                <a:gd name="T14" fmla="*/ 108 w 108"/>
                <a:gd name="T15" fmla="*/ 54 h 108"/>
                <a:gd name="T16" fmla="*/ 105 w 108"/>
                <a:gd name="T17" fmla="*/ 60 h 108"/>
                <a:gd name="T18" fmla="*/ 9 w 108"/>
                <a:gd name="T19" fmla="*/ 108 h 108"/>
                <a:gd name="T20" fmla="*/ 6 w 108"/>
                <a:gd name="T21" fmla="*/ 108 h 108"/>
                <a:gd name="T22" fmla="*/ 12 w 108"/>
                <a:gd name="T23" fmla="*/ 16 h 108"/>
                <a:gd name="T24" fmla="*/ 12 w 108"/>
                <a:gd name="T25" fmla="*/ 93 h 108"/>
                <a:gd name="T26" fmla="*/ 88 w 108"/>
                <a:gd name="T27" fmla="*/ 54 h 108"/>
                <a:gd name="T28" fmla="*/ 12 w 108"/>
                <a:gd name="T29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8" h="108">
                  <a:moveTo>
                    <a:pt x="6" y="108"/>
                  </a:moveTo>
                  <a:cubicBezTo>
                    <a:pt x="5" y="108"/>
                    <a:pt x="4" y="108"/>
                    <a:pt x="3" y="107"/>
                  </a:cubicBezTo>
                  <a:cubicBezTo>
                    <a:pt x="1" y="106"/>
                    <a:pt x="0" y="104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4" y="0"/>
                    <a:pt x="7" y="0"/>
                    <a:pt x="9" y="1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7" y="50"/>
                    <a:pt x="108" y="52"/>
                    <a:pt x="108" y="54"/>
                  </a:cubicBezTo>
                  <a:cubicBezTo>
                    <a:pt x="108" y="57"/>
                    <a:pt x="107" y="59"/>
                    <a:pt x="105" y="60"/>
                  </a:cubicBezTo>
                  <a:cubicBezTo>
                    <a:pt x="9" y="108"/>
                    <a:pt x="9" y="108"/>
                    <a:pt x="9" y="108"/>
                  </a:cubicBezTo>
                  <a:cubicBezTo>
                    <a:pt x="8" y="108"/>
                    <a:pt x="7" y="108"/>
                    <a:pt x="6" y="108"/>
                  </a:cubicBezTo>
                  <a:close/>
                  <a:moveTo>
                    <a:pt x="12" y="16"/>
                  </a:moveTo>
                  <a:cubicBezTo>
                    <a:pt x="12" y="93"/>
                    <a:pt x="12" y="93"/>
                    <a:pt x="12" y="93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4" name="Freeform 44">
              <a:extLst>
                <a:ext uri="{FF2B5EF4-FFF2-40B4-BE49-F238E27FC236}">
                  <a16:creationId xmlns:a16="http://schemas.microsoft.com/office/drawing/2014/main" id="{69604E24-F016-194E-9E2B-1ACF8EBA52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9" y="4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18 h 72"/>
                <a:gd name="T8" fmla="*/ 18 w 288"/>
                <a:gd name="T9" fmla="*/ 0 h 72"/>
                <a:gd name="T10" fmla="*/ 270 w 288"/>
                <a:gd name="T11" fmla="*/ 0 h 72"/>
                <a:gd name="T12" fmla="*/ 288 w 288"/>
                <a:gd name="T13" fmla="*/ 18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8 h 72"/>
                <a:gd name="T24" fmla="*/ 270 w 288"/>
                <a:gd name="T25" fmla="*/ 12 h 72"/>
                <a:gd name="T26" fmla="*/ 18 w 288"/>
                <a:gd name="T27" fmla="*/ 12 h 72"/>
                <a:gd name="T28" fmla="*/ 12 w 288"/>
                <a:gd name="T29" fmla="*/ 18 h 72"/>
                <a:gd name="T30" fmla="*/ 12 w 288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80" y="0"/>
                    <a:pt x="288" y="8"/>
                    <a:pt x="288" y="18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5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8"/>
                    <a:pt x="276" y="18"/>
                    <a:pt x="276" y="18"/>
                  </a:cubicBezTo>
                  <a:cubicBezTo>
                    <a:pt x="276" y="15"/>
                    <a:pt x="273" y="12"/>
                    <a:pt x="270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5" y="12"/>
                    <a:pt x="12" y="15"/>
                    <a:pt x="12" y="18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5" name="Freeform 45">
              <a:extLst>
                <a:ext uri="{FF2B5EF4-FFF2-40B4-BE49-F238E27FC236}">
                  <a16:creationId xmlns:a16="http://schemas.microsoft.com/office/drawing/2014/main" id="{0272F795-CB5C-EC40-AB73-8271C831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463"/>
              <a:ext cx="92" cy="91"/>
            </a:xfrm>
            <a:custGeom>
              <a:avLst/>
              <a:gdLst>
                <a:gd name="T0" fmla="*/ 12 w 92"/>
                <a:gd name="T1" fmla="*/ 91 h 91"/>
                <a:gd name="T2" fmla="*/ 0 w 92"/>
                <a:gd name="T3" fmla="*/ 80 h 91"/>
                <a:gd name="T4" fmla="*/ 80 w 92"/>
                <a:gd name="T5" fmla="*/ 0 h 91"/>
                <a:gd name="T6" fmla="*/ 92 w 92"/>
                <a:gd name="T7" fmla="*/ 11 h 91"/>
                <a:gd name="T8" fmla="*/ 12 w 92"/>
                <a:gd name="T9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91">
                  <a:moveTo>
                    <a:pt x="12" y="91"/>
                  </a:moveTo>
                  <a:lnTo>
                    <a:pt x="0" y="80"/>
                  </a:lnTo>
                  <a:lnTo>
                    <a:pt x="80" y="0"/>
                  </a:lnTo>
                  <a:lnTo>
                    <a:pt x="92" y="11"/>
                  </a:lnTo>
                  <a:lnTo>
                    <a:pt x="12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6" name="Freeform 46">
              <a:extLst>
                <a:ext uri="{FF2B5EF4-FFF2-40B4-BE49-F238E27FC236}">
                  <a16:creationId xmlns:a16="http://schemas.microsoft.com/office/drawing/2014/main" id="{58894E59-5B8C-E746-BE36-282800DC2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7" name="Freeform 47">
              <a:extLst>
                <a:ext uri="{FF2B5EF4-FFF2-40B4-BE49-F238E27FC236}">
                  <a16:creationId xmlns:a16="http://schemas.microsoft.com/office/drawing/2014/main" id="{89C3B5C2-0698-134A-8C5B-F8C984B3D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8" name="Freeform 48">
              <a:extLst>
                <a:ext uri="{FF2B5EF4-FFF2-40B4-BE49-F238E27FC236}">
                  <a16:creationId xmlns:a16="http://schemas.microsoft.com/office/drawing/2014/main" id="{98ED0FAF-2170-CC4B-893D-B4DFEB1E9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463"/>
              <a:ext cx="101" cy="102"/>
            </a:xfrm>
            <a:custGeom>
              <a:avLst/>
              <a:gdLst>
                <a:gd name="T0" fmla="*/ 12 w 101"/>
                <a:gd name="T1" fmla="*/ 102 h 102"/>
                <a:gd name="T2" fmla="*/ 0 w 101"/>
                <a:gd name="T3" fmla="*/ 88 h 102"/>
                <a:gd name="T4" fmla="*/ 89 w 101"/>
                <a:gd name="T5" fmla="*/ 0 h 102"/>
                <a:gd name="T6" fmla="*/ 101 w 101"/>
                <a:gd name="T7" fmla="*/ 11 h 102"/>
                <a:gd name="T8" fmla="*/ 12 w 101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2">
                  <a:moveTo>
                    <a:pt x="12" y="102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1" y="11"/>
                  </a:lnTo>
                  <a:lnTo>
                    <a:pt x="12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E93B3885-01CD-824B-9BBD-D9A7BC873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463"/>
              <a:ext cx="100" cy="100"/>
            </a:xfrm>
            <a:custGeom>
              <a:avLst/>
              <a:gdLst>
                <a:gd name="T0" fmla="*/ 12 w 100"/>
                <a:gd name="T1" fmla="*/ 100 h 100"/>
                <a:gd name="T2" fmla="*/ 0 w 100"/>
                <a:gd name="T3" fmla="*/ 88 h 100"/>
                <a:gd name="T4" fmla="*/ 89 w 100"/>
                <a:gd name="T5" fmla="*/ 0 h 100"/>
                <a:gd name="T6" fmla="*/ 100 w 100"/>
                <a:gd name="T7" fmla="*/ 11 h 100"/>
                <a:gd name="T8" fmla="*/ 12 w 100"/>
                <a:gd name="T9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100">
                  <a:moveTo>
                    <a:pt x="12" y="100"/>
                  </a:moveTo>
                  <a:lnTo>
                    <a:pt x="0" y="88"/>
                  </a:lnTo>
                  <a:lnTo>
                    <a:pt x="89" y="0"/>
                  </a:lnTo>
                  <a:lnTo>
                    <a:pt x="100" y="11"/>
                  </a:lnTo>
                  <a:lnTo>
                    <a:pt x="12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20" name="Freeform 50">
              <a:extLst>
                <a:ext uri="{FF2B5EF4-FFF2-40B4-BE49-F238E27FC236}">
                  <a16:creationId xmlns:a16="http://schemas.microsoft.com/office/drawing/2014/main" id="{4B94C46B-FB83-4F43-83C7-AC36E95C6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9" y="480"/>
              <a:ext cx="83" cy="83"/>
            </a:xfrm>
            <a:custGeom>
              <a:avLst/>
              <a:gdLst>
                <a:gd name="T0" fmla="*/ 12 w 83"/>
                <a:gd name="T1" fmla="*/ 83 h 83"/>
                <a:gd name="T2" fmla="*/ 0 w 83"/>
                <a:gd name="T3" fmla="*/ 71 h 83"/>
                <a:gd name="T4" fmla="*/ 71 w 83"/>
                <a:gd name="T5" fmla="*/ 0 h 83"/>
                <a:gd name="T6" fmla="*/ 83 w 83"/>
                <a:gd name="T7" fmla="*/ 12 h 83"/>
                <a:gd name="T8" fmla="*/ 12 w 83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12" y="83"/>
                  </a:moveTo>
                  <a:lnTo>
                    <a:pt x="0" y="71"/>
                  </a:lnTo>
                  <a:lnTo>
                    <a:pt x="71" y="0"/>
                  </a:lnTo>
                  <a:lnTo>
                    <a:pt x="83" y="12"/>
                  </a:lnTo>
                  <a:lnTo>
                    <a:pt x="1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0">
            <a:extLst>
              <a:ext uri="{FF2B5EF4-FFF2-40B4-BE49-F238E27FC236}">
                <a16:creationId xmlns:a16="http://schemas.microsoft.com/office/drawing/2014/main" id="{EDE454D0-8C87-B549-B592-7DDDDDA65F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65185" y="5500310"/>
            <a:ext cx="467720" cy="468818"/>
            <a:chOff x="1374" y="442"/>
            <a:chExt cx="425" cy="426"/>
          </a:xfrm>
          <a:solidFill>
            <a:schemeClr val="accent1"/>
          </a:solidFill>
        </p:grpSpPr>
        <p:sp>
          <p:nvSpPr>
            <p:cNvPr id="122" name="Freeform 11">
              <a:extLst>
                <a:ext uri="{FF2B5EF4-FFF2-40B4-BE49-F238E27FC236}">
                  <a16:creationId xmlns:a16="http://schemas.microsoft.com/office/drawing/2014/main" id="{81B4BA5C-5D57-5243-95A0-B0939E1031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4" y="442"/>
              <a:ext cx="425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4" y="288"/>
                    <a:pt x="0" y="223"/>
                    <a:pt x="0" y="144"/>
                  </a:cubicBezTo>
                  <a:cubicBezTo>
                    <a:pt x="0" y="64"/>
                    <a:pt x="64" y="0"/>
                    <a:pt x="144" y="0"/>
                  </a:cubicBezTo>
                  <a:cubicBezTo>
                    <a:pt x="223" y="0"/>
                    <a:pt x="288" y="64"/>
                    <a:pt x="288" y="144"/>
                  </a:cubicBezTo>
                  <a:cubicBezTo>
                    <a:pt x="288" y="223"/>
                    <a:pt x="223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71"/>
                    <a:pt x="12" y="144"/>
                  </a:cubicBezTo>
                  <a:cubicBezTo>
                    <a:pt x="12" y="216"/>
                    <a:pt x="71" y="276"/>
                    <a:pt x="144" y="276"/>
                  </a:cubicBezTo>
                  <a:cubicBezTo>
                    <a:pt x="216" y="276"/>
                    <a:pt x="276" y="216"/>
                    <a:pt x="276" y="144"/>
                  </a:cubicBezTo>
                  <a:cubicBezTo>
                    <a:pt x="276" y="71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3" name="Freeform 12">
              <a:extLst>
                <a:ext uri="{FF2B5EF4-FFF2-40B4-BE49-F238E27FC236}">
                  <a16:creationId xmlns:a16="http://schemas.microsoft.com/office/drawing/2014/main" id="{DBE386C7-E758-5C4A-95CF-157D349ABD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16" y="565"/>
              <a:ext cx="177" cy="179"/>
            </a:xfrm>
            <a:custGeom>
              <a:avLst/>
              <a:gdLst>
                <a:gd name="T0" fmla="*/ 6 w 120"/>
                <a:gd name="T1" fmla="*/ 121 h 121"/>
                <a:gd name="T2" fmla="*/ 2 w 120"/>
                <a:gd name="T3" fmla="*/ 120 h 121"/>
                <a:gd name="T4" fmla="*/ 0 w 120"/>
                <a:gd name="T5" fmla="*/ 115 h 121"/>
                <a:gd name="T6" fmla="*/ 0 w 120"/>
                <a:gd name="T7" fmla="*/ 7 h 121"/>
                <a:gd name="T8" fmla="*/ 2 w 120"/>
                <a:gd name="T9" fmla="*/ 2 h 121"/>
                <a:gd name="T10" fmla="*/ 8 w 120"/>
                <a:gd name="T11" fmla="*/ 1 h 121"/>
                <a:gd name="T12" fmla="*/ 116 w 120"/>
                <a:gd name="T13" fmla="*/ 55 h 121"/>
                <a:gd name="T14" fmla="*/ 120 w 120"/>
                <a:gd name="T15" fmla="*/ 61 h 121"/>
                <a:gd name="T16" fmla="*/ 116 w 120"/>
                <a:gd name="T17" fmla="*/ 66 h 121"/>
                <a:gd name="T18" fmla="*/ 8 w 120"/>
                <a:gd name="T19" fmla="*/ 120 h 121"/>
                <a:gd name="T20" fmla="*/ 6 w 120"/>
                <a:gd name="T21" fmla="*/ 121 h 121"/>
                <a:gd name="T22" fmla="*/ 12 w 120"/>
                <a:gd name="T23" fmla="*/ 16 h 121"/>
                <a:gd name="T24" fmla="*/ 12 w 120"/>
                <a:gd name="T25" fmla="*/ 105 h 121"/>
                <a:gd name="T26" fmla="*/ 100 w 120"/>
                <a:gd name="T27" fmla="*/ 61 h 121"/>
                <a:gd name="T28" fmla="*/ 12 w 120"/>
                <a:gd name="T29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21">
                  <a:moveTo>
                    <a:pt x="6" y="121"/>
                  </a:moveTo>
                  <a:cubicBezTo>
                    <a:pt x="5" y="121"/>
                    <a:pt x="3" y="120"/>
                    <a:pt x="2" y="120"/>
                  </a:cubicBezTo>
                  <a:cubicBezTo>
                    <a:pt x="1" y="119"/>
                    <a:pt x="0" y="117"/>
                    <a:pt x="0" y="11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3"/>
                    <a:pt x="2" y="2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8" y="56"/>
                    <a:pt x="120" y="58"/>
                    <a:pt x="120" y="61"/>
                  </a:cubicBezTo>
                  <a:cubicBezTo>
                    <a:pt x="120" y="63"/>
                    <a:pt x="118" y="65"/>
                    <a:pt x="116" y="66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7" y="120"/>
                    <a:pt x="7" y="121"/>
                    <a:pt x="6" y="121"/>
                  </a:cubicBezTo>
                  <a:close/>
                  <a:moveTo>
                    <a:pt x="12" y="16"/>
                  </a:moveTo>
                  <a:cubicBezTo>
                    <a:pt x="12" y="105"/>
                    <a:pt x="12" y="105"/>
                    <a:pt x="12" y="105"/>
                  </a:cubicBezTo>
                  <a:cubicBezTo>
                    <a:pt x="100" y="61"/>
                    <a:pt x="100" y="61"/>
                    <a:pt x="100" y="61"/>
                  </a:cubicBezTo>
                  <a:lnTo>
                    <a:pt x="1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24" name="Group 87">
            <a:extLst>
              <a:ext uri="{FF2B5EF4-FFF2-40B4-BE49-F238E27FC236}">
                <a16:creationId xmlns:a16="http://schemas.microsoft.com/office/drawing/2014/main" id="{6BDE5202-854C-CC41-965A-533F32430A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99644" y="1930124"/>
            <a:ext cx="499666" cy="499666"/>
            <a:chOff x="5510" y="1717"/>
            <a:chExt cx="428" cy="428"/>
          </a:xfrm>
          <a:solidFill>
            <a:schemeClr val="accent1"/>
          </a:solidFill>
        </p:grpSpPr>
        <p:sp>
          <p:nvSpPr>
            <p:cNvPr id="125" name="Freeform 88">
              <a:extLst>
                <a:ext uri="{FF2B5EF4-FFF2-40B4-BE49-F238E27FC236}">
                  <a16:creationId xmlns:a16="http://schemas.microsoft.com/office/drawing/2014/main" id="{5B0A10F8-A96B-5844-8703-D5883AC79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" y="1717"/>
              <a:ext cx="366" cy="339"/>
            </a:xfrm>
            <a:custGeom>
              <a:avLst/>
              <a:gdLst>
                <a:gd name="T0" fmla="*/ 66 w 247"/>
                <a:gd name="T1" fmla="*/ 229 h 229"/>
                <a:gd name="T2" fmla="*/ 62 w 247"/>
                <a:gd name="T3" fmla="*/ 227 h 229"/>
                <a:gd name="T4" fmla="*/ 2 w 247"/>
                <a:gd name="T5" fmla="*/ 167 h 229"/>
                <a:gd name="T6" fmla="*/ 2 w 247"/>
                <a:gd name="T7" fmla="*/ 159 h 229"/>
                <a:gd name="T8" fmla="*/ 10 w 247"/>
                <a:gd name="T9" fmla="*/ 159 h 229"/>
                <a:gd name="T10" fmla="*/ 66 w 247"/>
                <a:gd name="T11" fmla="*/ 214 h 229"/>
                <a:gd name="T12" fmla="*/ 235 w 247"/>
                <a:gd name="T13" fmla="*/ 3 h 229"/>
                <a:gd name="T14" fmla="*/ 244 w 247"/>
                <a:gd name="T15" fmla="*/ 3 h 229"/>
                <a:gd name="T16" fmla="*/ 245 w 247"/>
                <a:gd name="T17" fmla="*/ 11 h 229"/>
                <a:gd name="T18" fmla="*/ 71 w 247"/>
                <a:gd name="T19" fmla="*/ 227 h 229"/>
                <a:gd name="T20" fmla="*/ 66 w 247"/>
                <a:gd name="T21" fmla="*/ 229 h 229"/>
                <a:gd name="T22" fmla="*/ 66 w 247"/>
                <a:gd name="T2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" h="229">
                  <a:moveTo>
                    <a:pt x="66" y="229"/>
                  </a:moveTo>
                  <a:cubicBezTo>
                    <a:pt x="65" y="229"/>
                    <a:pt x="63" y="229"/>
                    <a:pt x="62" y="22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0" y="165"/>
                    <a:pt x="0" y="161"/>
                    <a:pt x="2" y="159"/>
                  </a:cubicBezTo>
                  <a:cubicBezTo>
                    <a:pt x="4" y="157"/>
                    <a:pt x="8" y="157"/>
                    <a:pt x="10" y="159"/>
                  </a:cubicBezTo>
                  <a:cubicBezTo>
                    <a:pt x="66" y="214"/>
                    <a:pt x="66" y="214"/>
                    <a:pt x="66" y="214"/>
                  </a:cubicBezTo>
                  <a:cubicBezTo>
                    <a:pt x="235" y="3"/>
                    <a:pt x="235" y="3"/>
                    <a:pt x="235" y="3"/>
                  </a:cubicBezTo>
                  <a:cubicBezTo>
                    <a:pt x="238" y="1"/>
                    <a:pt x="241" y="0"/>
                    <a:pt x="244" y="3"/>
                  </a:cubicBezTo>
                  <a:cubicBezTo>
                    <a:pt x="246" y="5"/>
                    <a:pt x="247" y="8"/>
                    <a:pt x="245" y="11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70" y="228"/>
                    <a:pt x="68" y="229"/>
                    <a:pt x="66" y="229"/>
                  </a:cubicBezTo>
                  <a:cubicBezTo>
                    <a:pt x="66" y="229"/>
                    <a:pt x="66" y="229"/>
                    <a:pt x="66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26" name="Freeform 89">
              <a:extLst>
                <a:ext uri="{FF2B5EF4-FFF2-40B4-BE49-F238E27FC236}">
                  <a16:creationId xmlns:a16="http://schemas.microsoft.com/office/drawing/2014/main" id="{04185316-B34F-294A-A34C-BE4AAF5B7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0" y="1808"/>
              <a:ext cx="337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165 w 228"/>
                <a:gd name="T7" fmla="*/ 12 h 228"/>
                <a:gd name="T8" fmla="*/ 168 w 228"/>
                <a:gd name="T9" fmla="*/ 20 h 228"/>
                <a:gd name="T10" fmla="*/ 159 w 228"/>
                <a:gd name="T11" fmla="*/ 23 h 228"/>
                <a:gd name="T12" fmla="*/ 114 w 228"/>
                <a:gd name="T13" fmla="*/ 12 h 228"/>
                <a:gd name="T14" fmla="*/ 12 w 228"/>
                <a:gd name="T15" fmla="*/ 114 h 228"/>
                <a:gd name="T16" fmla="*/ 114 w 228"/>
                <a:gd name="T17" fmla="*/ 216 h 228"/>
                <a:gd name="T18" fmla="*/ 216 w 228"/>
                <a:gd name="T19" fmla="*/ 114 h 228"/>
                <a:gd name="T20" fmla="*/ 214 w 228"/>
                <a:gd name="T21" fmla="*/ 92 h 228"/>
                <a:gd name="T22" fmla="*/ 218 w 228"/>
                <a:gd name="T23" fmla="*/ 84 h 228"/>
                <a:gd name="T24" fmla="*/ 225 w 228"/>
                <a:gd name="T25" fmla="*/ 89 h 228"/>
                <a:gd name="T26" fmla="*/ 228 w 228"/>
                <a:gd name="T27" fmla="*/ 114 h 228"/>
                <a:gd name="T28" fmla="*/ 114 w 228"/>
                <a:gd name="T29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32" y="0"/>
                    <a:pt x="149" y="4"/>
                    <a:pt x="165" y="12"/>
                  </a:cubicBezTo>
                  <a:cubicBezTo>
                    <a:pt x="168" y="14"/>
                    <a:pt x="169" y="17"/>
                    <a:pt x="168" y="20"/>
                  </a:cubicBezTo>
                  <a:cubicBezTo>
                    <a:pt x="166" y="23"/>
                    <a:pt x="162" y="24"/>
                    <a:pt x="159" y="23"/>
                  </a:cubicBezTo>
                  <a:cubicBezTo>
                    <a:pt x="145" y="16"/>
                    <a:pt x="130" y="12"/>
                    <a:pt x="114" y="12"/>
                  </a:cubicBezTo>
                  <a:cubicBezTo>
                    <a:pt x="58" y="12"/>
                    <a:pt x="12" y="58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107"/>
                    <a:pt x="215" y="99"/>
                    <a:pt x="214" y="92"/>
                  </a:cubicBezTo>
                  <a:cubicBezTo>
                    <a:pt x="213" y="88"/>
                    <a:pt x="215" y="85"/>
                    <a:pt x="218" y="84"/>
                  </a:cubicBezTo>
                  <a:cubicBezTo>
                    <a:pt x="221" y="84"/>
                    <a:pt x="225" y="86"/>
                    <a:pt x="225" y="89"/>
                  </a:cubicBezTo>
                  <a:cubicBezTo>
                    <a:pt x="227" y="97"/>
                    <a:pt x="228" y="106"/>
                    <a:pt x="228" y="114"/>
                  </a:cubicBezTo>
                  <a:cubicBezTo>
                    <a:pt x="228" y="177"/>
                    <a:pt x="177" y="228"/>
                    <a:pt x="114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127" name="Group 78">
            <a:extLst>
              <a:ext uri="{FF2B5EF4-FFF2-40B4-BE49-F238E27FC236}">
                <a16:creationId xmlns:a16="http://schemas.microsoft.com/office/drawing/2014/main" id="{11722946-2303-184D-8463-D62F3154D8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3323" y="1958607"/>
            <a:ext cx="332545" cy="442701"/>
            <a:chOff x="5561" y="440"/>
            <a:chExt cx="320" cy="426"/>
          </a:xfrm>
          <a:solidFill>
            <a:schemeClr val="accent1"/>
          </a:solidFill>
        </p:grpSpPr>
        <p:sp>
          <p:nvSpPr>
            <p:cNvPr id="128" name="Freeform 79">
              <a:extLst>
                <a:ext uri="{FF2B5EF4-FFF2-40B4-BE49-F238E27FC236}">
                  <a16:creationId xmlns:a16="http://schemas.microsoft.com/office/drawing/2014/main" id="{B5E1DA5A-F0CE-4447-9220-974C2855E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9" name="Freeform 80">
              <a:extLst>
                <a:ext uri="{FF2B5EF4-FFF2-40B4-BE49-F238E27FC236}">
                  <a16:creationId xmlns:a16="http://schemas.microsoft.com/office/drawing/2014/main" id="{ABA3B36B-BE79-3540-89D8-3AD859FC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0" name="Freeform 81">
              <a:extLst>
                <a:ext uri="{FF2B5EF4-FFF2-40B4-BE49-F238E27FC236}">
                  <a16:creationId xmlns:a16="http://schemas.microsoft.com/office/drawing/2014/main" id="{25C5AFD0-4C23-1A40-A6D1-BE0869FC7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1" name="Freeform 82">
              <a:extLst>
                <a:ext uri="{FF2B5EF4-FFF2-40B4-BE49-F238E27FC236}">
                  <a16:creationId xmlns:a16="http://schemas.microsoft.com/office/drawing/2014/main" id="{D412E5BA-BAFD-7249-9FD7-E1C872BDF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3">
              <a:extLst>
                <a:ext uri="{FF2B5EF4-FFF2-40B4-BE49-F238E27FC236}">
                  <a16:creationId xmlns:a16="http://schemas.microsoft.com/office/drawing/2014/main" id="{427BAFDA-991B-DF4F-A7FE-4061E798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4">
              <a:extLst>
                <a:ext uri="{FF2B5EF4-FFF2-40B4-BE49-F238E27FC236}">
                  <a16:creationId xmlns:a16="http://schemas.microsoft.com/office/drawing/2014/main" id="{B4508F28-8BDC-9245-9C66-6834A3DE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4" name="Freeform 85">
              <a:extLst>
                <a:ext uri="{FF2B5EF4-FFF2-40B4-BE49-F238E27FC236}">
                  <a16:creationId xmlns:a16="http://schemas.microsoft.com/office/drawing/2014/main" id="{4B821B86-B791-D441-90DA-D286CAEB5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5" name="Freeform 86">
              <a:extLst>
                <a:ext uri="{FF2B5EF4-FFF2-40B4-BE49-F238E27FC236}">
                  <a16:creationId xmlns:a16="http://schemas.microsoft.com/office/drawing/2014/main" id="{0961530D-62F0-7F40-BD08-0D4F17005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6" name="Group 45">
            <a:extLst>
              <a:ext uri="{FF2B5EF4-FFF2-40B4-BE49-F238E27FC236}">
                <a16:creationId xmlns:a16="http://schemas.microsoft.com/office/drawing/2014/main" id="{516FF822-0AC6-8F49-982F-1D1D7300DD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83204" y="3116889"/>
            <a:ext cx="481666" cy="481666"/>
            <a:chOff x="5507" y="439"/>
            <a:chExt cx="426" cy="426"/>
          </a:xfrm>
          <a:solidFill>
            <a:schemeClr val="accent1"/>
          </a:solidFill>
        </p:grpSpPr>
        <p:sp>
          <p:nvSpPr>
            <p:cNvPr id="137" name="Freeform 46">
              <a:extLst>
                <a:ext uri="{FF2B5EF4-FFF2-40B4-BE49-F238E27FC236}">
                  <a16:creationId xmlns:a16="http://schemas.microsoft.com/office/drawing/2014/main" id="{F4B73D59-02E7-6541-B93C-C6650620A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6" y="652"/>
              <a:ext cx="124" cy="124"/>
            </a:xfrm>
            <a:custGeom>
              <a:avLst/>
              <a:gdLst>
                <a:gd name="T0" fmla="*/ 42 w 84"/>
                <a:gd name="T1" fmla="*/ 84 h 84"/>
                <a:gd name="T2" fmla="*/ 0 w 84"/>
                <a:gd name="T3" fmla="*/ 42 h 84"/>
                <a:gd name="T4" fmla="*/ 42 w 84"/>
                <a:gd name="T5" fmla="*/ 0 h 84"/>
                <a:gd name="T6" fmla="*/ 84 w 84"/>
                <a:gd name="T7" fmla="*/ 42 h 84"/>
                <a:gd name="T8" fmla="*/ 42 w 84"/>
                <a:gd name="T9" fmla="*/ 84 h 84"/>
                <a:gd name="T10" fmla="*/ 42 w 84"/>
                <a:gd name="T11" fmla="*/ 12 h 84"/>
                <a:gd name="T12" fmla="*/ 12 w 84"/>
                <a:gd name="T13" fmla="*/ 42 h 84"/>
                <a:gd name="T14" fmla="*/ 42 w 84"/>
                <a:gd name="T15" fmla="*/ 72 h 84"/>
                <a:gd name="T16" fmla="*/ 72 w 84"/>
                <a:gd name="T17" fmla="*/ 42 h 84"/>
                <a:gd name="T18" fmla="*/ 42 w 84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66" y="0"/>
                    <a:pt x="84" y="18"/>
                    <a:pt x="84" y="42"/>
                  </a:cubicBezTo>
                  <a:cubicBezTo>
                    <a:pt x="84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2" y="58"/>
                    <a:pt x="72" y="42"/>
                  </a:cubicBezTo>
                  <a:cubicBezTo>
                    <a:pt x="72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8" name="Freeform 47">
              <a:extLst>
                <a:ext uri="{FF2B5EF4-FFF2-40B4-BE49-F238E27FC236}">
                  <a16:creationId xmlns:a16="http://schemas.microsoft.com/office/drawing/2014/main" id="{A069EDB2-D1F1-4B46-9633-D4A833BD8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09" y="492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9" name="Freeform 48">
              <a:extLst>
                <a:ext uri="{FF2B5EF4-FFF2-40B4-BE49-F238E27FC236}">
                  <a16:creationId xmlns:a16="http://schemas.microsoft.com/office/drawing/2014/main" id="{28E39315-063A-D84B-9973-3C71C544E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7" y="563"/>
              <a:ext cx="302" cy="302"/>
            </a:xfrm>
            <a:custGeom>
              <a:avLst/>
              <a:gdLst>
                <a:gd name="T0" fmla="*/ 79 w 204"/>
                <a:gd name="T1" fmla="*/ 204 h 204"/>
                <a:gd name="T2" fmla="*/ 73 w 204"/>
                <a:gd name="T3" fmla="*/ 180 h 204"/>
                <a:gd name="T4" fmla="*/ 34 w 204"/>
                <a:gd name="T5" fmla="*/ 176 h 204"/>
                <a:gd name="T6" fmla="*/ 2 w 204"/>
                <a:gd name="T7" fmla="*/ 132 h 204"/>
                <a:gd name="T8" fmla="*/ 19 w 204"/>
                <a:gd name="T9" fmla="*/ 115 h 204"/>
                <a:gd name="T10" fmla="*/ 19 w 204"/>
                <a:gd name="T11" fmla="*/ 88 h 204"/>
                <a:gd name="T12" fmla="*/ 2 w 204"/>
                <a:gd name="T13" fmla="*/ 76 h 204"/>
                <a:gd name="T14" fmla="*/ 26 w 204"/>
                <a:gd name="T15" fmla="*/ 30 h 204"/>
                <a:gd name="T16" fmla="*/ 50 w 204"/>
                <a:gd name="T17" fmla="*/ 36 h 204"/>
                <a:gd name="T18" fmla="*/ 73 w 204"/>
                <a:gd name="T19" fmla="*/ 6 h 204"/>
                <a:gd name="T20" fmla="*/ 127 w 204"/>
                <a:gd name="T21" fmla="*/ 0 h 204"/>
                <a:gd name="T22" fmla="*/ 133 w 204"/>
                <a:gd name="T23" fmla="*/ 23 h 204"/>
                <a:gd name="T24" fmla="*/ 170 w 204"/>
                <a:gd name="T25" fmla="*/ 28 h 204"/>
                <a:gd name="T26" fmla="*/ 179 w 204"/>
                <a:gd name="T27" fmla="*/ 30 h 204"/>
                <a:gd name="T28" fmla="*/ 200 w 204"/>
                <a:gd name="T29" fmla="*/ 80 h 204"/>
                <a:gd name="T30" fmla="*/ 186 w 204"/>
                <a:gd name="T31" fmla="*/ 102 h 204"/>
                <a:gd name="T32" fmla="*/ 201 w 204"/>
                <a:gd name="T33" fmla="*/ 124 h 204"/>
                <a:gd name="T34" fmla="*/ 179 w 204"/>
                <a:gd name="T35" fmla="*/ 173 h 204"/>
                <a:gd name="T36" fmla="*/ 171 w 204"/>
                <a:gd name="T37" fmla="*/ 176 h 204"/>
                <a:gd name="T38" fmla="*/ 133 w 204"/>
                <a:gd name="T39" fmla="*/ 180 h 204"/>
                <a:gd name="T40" fmla="*/ 127 w 204"/>
                <a:gd name="T41" fmla="*/ 204 h 204"/>
                <a:gd name="T42" fmla="*/ 121 w 204"/>
                <a:gd name="T43" fmla="*/ 192 h 204"/>
                <a:gd name="T44" fmla="*/ 126 w 204"/>
                <a:gd name="T45" fmla="*/ 170 h 204"/>
                <a:gd name="T46" fmla="*/ 158 w 204"/>
                <a:gd name="T47" fmla="*/ 154 h 204"/>
                <a:gd name="T48" fmla="*/ 189 w 204"/>
                <a:gd name="T49" fmla="*/ 131 h 204"/>
                <a:gd name="T50" fmla="*/ 173 w 204"/>
                <a:gd name="T51" fmla="*/ 117 h 204"/>
                <a:gd name="T52" fmla="*/ 173 w 204"/>
                <a:gd name="T53" fmla="*/ 87 h 204"/>
                <a:gd name="T54" fmla="*/ 189 w 204"/>
                <a:gd name="T55" fmla="*/ 72 h 204"/>
                <a:gd name="T56" fmla="*/ 158 w 204"/>
                <a:gd name="T57" fmla="*/ 49 h 204"/>
                <a:gd name="T58" fmla="*/ 126 w 204"/>
                <a:gd name="T59" fmla="*/ 33 h 204"/>
                <a:gd name="T60" fmla="*/ 121 w 204"/>
                <a:gd name="T61" fmla="*/ 12 h 204"/>
                <a:gd name="T62" fmla="*/ 85 w 204"/>
                <a:gd name="T63" fmla="*/ 27 h 204"/>
                <a:gd name="T64" fmla="*/ 55 w 204"/>
                <a:gd name="T65" fmla="*/ 48 h 204"/>
                <a:gd name="T66" fmla="*/ 34 w 204"/>
                <a:gd name="T67" fmla="*/ 41 h 204"/>
                <a:gd name="T68" fmla="*/ 29 w 204"/>
                <a:gd name="T69" fmla="*/ 80 h 204"/>
                <a:gd name="T70" fmla="*/ 30 w 204"/>
                <a:gd name="T71" fmla="*/ 102 h 204"/>
                <a:gd name="T72" fmla="*/ 29 w 204"/>
                <a:gd name="T73" fmla="*/ 123 h 204"/>
                <a:gd name="T74" fmla="*/ 33 w 204"/>
                <a:gd name="T75" fmla="*/ 162 h 204"/>
                <a:gd name="T76" fmla="*/ 55 w 204"/>
                <a:gd name="T77" fmla="*/ 155 h 204"/>
                <a:gd name="T78" fmla="*/ 85 w 204"/>
                <a:gd name="T79" fmla="*/ 17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04" h="204">
                  <a:moveTo>
                    <a:pt x="127" y="204"/>
                  </a:moveTo>
                  <a:cubicBezTo>
                    <a:pt x="79" y="204"/>
                    <a:pt x="79" y="204"/>
                    <a:pt x="79" y="204"/>
                  </a:cubicBezTo>
                  <a:cubicBezTo>
                    <a:pt x="76" y="204"/>
                    <a:pt x="73" y="201"/>
                    <a:pt x="73" y="198"/>
                  </a:cubicBezTo>
                  <a:cubicBezTo>
                    <a:pt x="73" y="180"/>
                    <a:pt x="73" y="180"/>
                    <a:pt x="73" y="180"/>
                  </a:cubicBezTo>
                  <a:cubicBezTo>
                    <a:pt x="65" y="177"/>
                    <a:pt x="57" y="173"/>
                    <a:pt x="50" y="167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1" y="177"/>
                    <a:pt x="28" y="176"/>
                    <a:pt x="26" y="173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29"/>
                    <a:pt x="1" y="125"/>
                    <a:pt x="4" y="12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1"/>
                    <a:pt x="18" y="106"/>
                    <a:pt x="18" y="102"/>
                  </a:cubicBezTo>
                  <a:cubicBezTo>
                    <a:pt x="18" y="97"/>
                    <a:pt x="19" y="93"/>
                    <a:pt x="19" y="88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79"/>
                    <a:pt x="2" y="78"/>
                    <a:pt x="2" y="76"/>
                  </a:cubicBezTo>
                  <a:cubicBezTo>
                    <a:pt x="1" y="74"/>
                    <a:pt x="1" y="73"/>
                    <a:pt x="2" y="7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27"/>
                    <a:pt x="32" y="26"/>
                    <a:pt x="34" y="28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7" y="30"/>
                    <a:pt x="65" y="26"/>
                    <a:pt x="73" y="23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2"/>
                    <a:pt x="76" y="0"/>
                    <a:pt x="79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6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42" y="26"/>
                    <a:pt x="149" y="31"/>
                    <a:pt x="156" y="3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2" y="27"/>
                    <a:pt x="173" y="27"/>
                    <a:pt x="175" y="27"/>
                  </a:cubicBezTo>
                  <a:cubicBezTo>
                    <a:pt x="177" y="27"/>
                    <a:pt x="178" y="28"/>
                    <a:pt x="179" y="3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4" y="74"/>
                    <a:pt x="203" y="78"/>
                    <a:pt x="200" y="80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93"/>
                    <a:pt x="186" y="97"/>
                    <a:pt x="186" y="102"/>
                  </a:cubicBezTo>
                  <a:cubicBezTo>
                    <a:pt x="186" y="106"/>
                    <a:pt x="186" y="111"/>
                    <a:pt x="185" y="115"/>
                  </a:cubicBezTo>
                  <a:cubicBezTo>
                    <a:pt x="201" y="124"/>
                    <a:pt x="201" y="124"/>
                    <a:pt x="201" y="124"/>
                  </a:cubicBezTo>
                  <a:cubicBezTo>
                    <a:pt x="203" y="125"/>
                    <a:pt x="204" y="129"/>
                    <a:pt x="203" y="132"/>
                  </a:cubicBezTo>
                  <a:cubicBezTo>
                    <a:pt x="179" y="173"/>
                    <a:pt x="179" y="173"/>
                    <a:pt x="179" y="173"/>
                  </a:cubicBezTo>
                  <a:cubicBezTo>
                    <a:pt x="178" y="175"/>
                    <a:pt x="177" y="176"/>
                    <a:pt x="175" y="176"/>
                  </a:cubicBezTo>
                  <a:cubicBezTo>
                    <a:pt x="174" y="177"/>
                    <a:pt x="172" y="176"/>
                    <a:pt x="171" y="176"/>
                  </a:cubicBezTo>
                  <a:cubicBezTo>
                    <a:pt x="156" y="167"/>
                    <a:pt x="156" y="167"/>
                    <a:pt x="156" y="167"/>
                  </a:cubicBezTo>
                  <a:cubicBezTo>
                    <a:pt x="149" y="173"/>
                    <a:pt x="142" y="177"/>
                    <a:pt x="133" y="180"/>
                  </a:cubicBezTo>
                  <a:cubicBezTo>
                    <a:pt x="133" y="198"/>
                    <a:pt x="133" y="198"/>
                    <a:pt x="133" y="198"/>
                  </a:cubicBezTo>
                  <a:cubicBezTo>
                    <a:pt x="133" y="201"/>
                    <a:pt x="131" y="204"/>
                    <a:pt x="127" y="204"/>
                  </a:cubicBezTo>
                  <a:close/>
                  <a:moveTo>
                    <a:pt x="85" y="192"/>
                  </a:moveTo>
                  <a:cubicBezTo>
                    <a:pt x="121" y="192"/>
                    <a:pt x="121" y="192"/>
                    <a:pt x="121" y="192"/>
                  </a:cubicBezTo>
                  <a:cubicBezTo>
                    <a:pt x="121" y="176"/>
                    <a:pt x="121" y="176"/>
                    <a:pt x="121" y="176"/>
                  </a:cubicBezTo>
                  <a:cubicBezTo>
                    <a:pt x="121" y="173"/>
                    <a:pt x="123" y="171"/>
                    <a:pt x="126" y="170"/>
                  </a:cubicBezTo>
                  <a:cubicBezTo>
                    <a:pt x="136" y="167"/>
                    <a:pt x="143" y="162"/>
                    <a:pt x="151" y="155"/>
                  </a:cubicBezTo>
                  <a:cubicBezTo>
                    <a:pt x="153" y="153"/>
                    <a:pt x="156" y="153"/>
                    <a:pt x="158" y="154"/>
                  </a:cubicBezTo>
                  <a:cubicBezTo>
                    <a:pt x="172" y="162"/>
                    <a:pt x="172" y="162"/>
                    <a:pt x="172" y="16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3" y="122"/>
                    <a:pt x="172" y="119"/>
                    <a:pt x="173" y="117"/>
                  </a:cubicBezTo>
                  <a:cubicBezTo>
                    <a:pt x="174" y="112"/>
                    <a:pt x="174" y="107"/>
                    <a:pt x="174" y="102"/>
                  </a:cubicBezTo>
                  <a:cubicBezTo>
                    <a:pt x="174" y="97"/>
                    <a:pt x="174" y="92"/>
                    <a:pt x="173" y="87"/>
                  </a:cubicBezTo>
                  <a:cubicBezTo>
                    <a:pt x="172" y="84"/>
                    <a:pt x="173" y="81"/>
                    <a:pt x="176" y="80"/>
                  </a:cubicBezTo>
                  <a:cubicBezTo>
                    <a:pt x="189" y="72"/>
                    <a:pt x="189" y="72"/>
                    <a:pt x="189" y="7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58" y="49"/>
                    <a:pt x="158" y="49"/>
                    <a:pt x="158" y="49"/>
                  </a:cubicBezTo>
                  <a:cubicBezTo>
                    <a:pt x="156" y="50"/>
                    <a:pt x="153" y="50"/>
                    <a:pt x="151" y="48"/>
                  </a:cubicBezTo>
                  <a:cubicBezTo>
                    <a:pt x="143" y="41"/>
                    <a:pt x="136" y="36"/>
                    <a:pt x="126" y="33"/>
                  </a:cubicBezTo>
                  <a:cubicBezTo>
                    <a:pt x="123" y="33"/>
                    <a:pt x="121" y="30"/>
                    <a:pt x="121" y="27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5" y="30"/>
                    <a:pt x="83" y="32"/>
                    <a:pt x="81" y="33"/>
                  </a:cubicBezTo>
                  <a:cubicBezTo>
                    <a:pt x="71" y="36"/>
                    <a:pt x="63" y="40"/>
                    <a:pt x="55" y="48"/>
                  </a:cubicBezTo>
                  <a:cubicBezTo>
                    <a:pt x="53" y="50"/>
                    <a:pt x="50" y="50"/>
                    <a:pt x="48" y="49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1" y="81"/>
                    <a:pt x="33" y="84"/>
                    <a:pt x="32" y="87"/>
                  </a:cubicBezTo>
                  <a:cubicBezTo>
                    <a:pt x="31" y="92"/>
                    <a:pt x="30" y="97"/>
                    <a:pt x="30" y="102"/>
                  </a:cubicBezTo>
                  <a:cubicBezTo>
                    <a:pt x="30" y="107"/>
                    <a:pt x="31" y="112"/>
                    <a:pt x="32" y="117"/>
                  </a:cubicBezTo>
                  <a:cubicBezTo>
                    <a:pt x="33" y="119"/>
                    <a:pt x="31" y="122"/>
                    <a:pt x="29" y="123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50" y="153"/>
                    <a:pt x="53" y="153"/>
                    <a:pt x="55" y="155"/>
                  </a:cubicBezTo>
                  <a:cubicBezTo>
                    <a:pt x="63" y="163"/>
                    <a:pt x="71" y="167"/>
                    <a:pt x="81" y="170"/>
                  </a:cubicBezTo>
                  <a:cubicBezTo>
                    <a:pt x="83" y="171"/>
                    <a:pt x="85" y="173"/>
                    <a:pt x="85" y="176"/>
                  </a:cubicBezTo>
                  <a:lnTo>
                    <a:pt x="85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0" name="Freeform 49">
              <a:extLst>
                <a:ext uri="{FF2B5EF4-FFF2-40B4-BE49-F238E27FC236}">
                  <a16:creationId xmlns:a16="http://schemas.microsoft.com/office/drawing/2014/main" id="{25703F0B-4AFB-1142-AB77-64647188DC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7" y="439"/>
              <a:ext cx="176" cy="178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1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07 w 119"/>
                <a:gd name="T31" fmla="*/ 53 h 120"/>
                <a:gd name="T32" fmla="*/ 107 w 119"/>
                <a:gd name="T33" fmla="*/ 66 h 120"/>
                <a:gd name="T34" fmla="*/ 117 w 119"/>
                <a:gd name="T35" fmla="*/ 79 h 120"/>
                <a:gd name="T36" fmla="*/ 102 w 119"/>
                <a:gd name="T37" fmla="*/ 103 h 120"/>
                <a:gd name="T38" fmla="*/ 89 w 119"/>
                <a:gd name="T39" fmla="*/ 97 h 120"/>
                <a:gd name="T40" fmla="*/ 78 w 119"/>
                <a:gd name="T41" fmla="*/ 114 h 120"/>
                <a:gd name="T42" fmla="*/ 54 w 119"/>
                <a:gd name="T43" fmla="*/ 108 h 120"/>
                <a:gd name="T44" fmla="*/ 66 w 119"/>
                <a:gd name="T45" fmla="*/ 100 h 120"/>
                <a:gd name="T46" fmla="*/ 84 w 119"/>
                <a:gd name="T47" fmla="*/ 86 h 120"/>
                <a:gd name="T48" fmla="*/ 98 w 119"/>
                <a:gd name="T49" fmla="*/ 89 h 120"/>
                <a:gd name="T50" fmla="*/ 97 w 119"/>
                <a:gd name="T51" fmla="*/ 75 h 120"/>
                <a:gd name="T52" fmla="*/ 95 w 119"/>
                <a:gd name="T53" fmla="*/ 60 h 120"/>
                <a:gd name="T54" fmla="*/ 97 w 119"/>
                <a:gd name="T55" fmla="*/ 45 h 120"/>
                <a:gd name="T56" fmla="*/ 98 w 119"/>
                <a:gd name="T57" fmla="*/ 31 h 120"/>
                <a:gd name="T58" fmla="*/ 84 w 119"/>
                <a:gd name="T59" fmla="*/ 34 h 120"/>
                <a:gd name="T60" fmla="*/ 66 w 119"/>
                <a:gd name="T61" fmla="*/ 19 h 120"/>
                <a:gd name="T62" fmla="*/ 54 w 119"/>
                <a:gd name="T63" fmla="*/ 12 h 120"/>
                <a:gd name="T64" fmla="*/ 50 w 119"/>
                <a:gd name="T65" fmla="*/ 25 h 120"/>
                <a:gd name="T66" fmla="*/ 28 w 119"/>
                <a:gd name="T67" fmla="*/ 34 h 120"/>
                <a:gd name="T68" fmla="*/ 15 w 119"/>
                <a:gd name="T69" fmla="*/ 41 h 120"/>
                <a:gd name="T70" fmla="*/ 24 w 119"/>
                <a:gd name="T71" fmla="*/ 51 h 120"/>
                <a:gd name="T72" fmla="*/ 24 w 119"/>
                <a:gd name="T73" fmla="*/ 68 h 120"/>
                <a:gd name="T74" fmla="*/ 15 w 119"/>
                <a:gd name="T75" fmla="*/ 78 h 120"/>
                <a:gd name="T76" fmla="*/ 28 w 119"/>
                <a:gd name="T77" fmla="*/ 85 h 120"/>
                <a:gd name="T78" fmla="*/ 50 w 119"/>
                <a:gd name="T79" fmla="*/ 94 h 120"/>
                <a:gd name="T80" fmla="*/ 54 w 119"/>
                <a:gd name="T8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5"/>
                  </a:cubicBezTo>
                  <a:cubicBezTo>
                    <a:pt x="0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8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9" y="43"/>
                    <a:pt x="118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7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3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0" y="94"/>
                  </a:cubicBezTo>
                  <a:cubicBezTo>
                    <a:pt x="76" y="93"/>
                    <a:pt x="80" y="90"/>
                    <a:pt x="84" y="86"/>
                  </a:cubicBezTo>
                  <a:cubicBezTo>
                    <a:pt x="86" y="84"/>
                    <a:pt x="89" y="84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5"/>
                    <a:pt x="97" y="75"/>
                    <a:pt x="97" y="75"/>
                  </a:cubicBezTo>
                  <a:cubicBezTo>
                    <a:pt x="95" y="73"/>
                    <a:pt x="94" y="71"/>
                    <a:pt x="94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1"/>
                    <a:pt x="98" y="31"/>
                    <a:pt x="98" y="31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6" y="35"/>
                    <a:pt x="84" y="34"/>
                  </a:cubicBezTo>
                  <a:cubicBezTo>
                    <a:pt x="80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4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4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1"/>
                    <a:pt x="24" y="73"/>
                    <a:pt x="22" y="75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41" name="Group 79">
            <a:extLst>
              <a:ext uri="{FF2B5EF4-FFF2-40B4-BE49-F238E27FC236}">
                <a16:creationId xmlns:a16="http://schemas.microsoft.com/office/drawing/2014/main" id="{F01FD265-4EA3-E648-9E9F-F7ED57259C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8644" y="3186991"/>
            <a:ext cx="481666" cy="341462"/>
            <a:chOff x="3437" y="1784"/>
            <a:chExt cx="426" cy="302"/>
          </a:xfrm>
          <a:solidFill>
            <a:schemeClr val="accent1"/>
          </a:solidFill>
        </p:grpSpPr>
        <p:sp>
          <p:nvSpPr>
            <p:cNvPr id="142" name="Freeform 80">
              <a:extLst>
                <a:ext uri="{FF2B5EF4-FFF2-40B4-BE49-F238E27FC236}">
                  <a16:creationId xmlns:a16="http://schemas.microsoft.com/office/drawing/2014/main" id="{AD563135-6D41-B34F-8DBF-9789C1D2FC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4" y="1962"/>
              <a:ext cx="72" cy="70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3" name="Freeform 81">
              <a:extLst>
                <a:ext uri="{FF2B5EF4-FFF2-40B4-BE49-F238E27FC236}">
                  <a16:creationId xmlns:a16="http://schemas.microsoft.com/office/drawing/2014/main" id="{8E14FF8C-207B-F447-B912-AC19E045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880"/>
              <a:ext cx="108" cy="107"/>
            </a:xfrm>
            <a:custGeom>
              <a:avLst/>
              <a:gdLst>
                <a:gd name="T0" fmla="*/ 7 w 73"/>
                <a:gd name="T1" fmla="*/ 72 h 72"/>
                <a:gd name="T2" fmla="*/ 3 w 73"/>
                <a:gd name="T3" fmla="*/ 70 h 72"/>
                <a:gd name="T4" fmla="*/ 3 w 73"/>
                <a:gd name="T5" fmla="*/ 62 h 72"/>
                <a:gd name="T6" fmla="*/ 62 w 73"/>
                <a:gd name="T7" fmla="*/ 2 h 72"/>
                <a:gd name="T8" fmla="*/ 71 w 73"/>
                <a:gd name="T9" fmla="*/ 2 h 72"/>
                <a:gd name="T10" fmla="*/ 71 w 73"/>
                <a:gd name="T11" fmla="*/ 11 h 72"/>
                <a:gd name="T12" fmla="*/ 11 w 73"/>
                <a:gd name="T13" fmla="*/ 70 h 72"/>
                <a:gd name="T14" fmla="*/ 7 w 73"/>
                <a:gd name="T1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72">
                  <a:moveTo>
                    <a:pt x="7" y="72"/>
                  </a:moveTo>
                  <a:cubicBezTo>
                    <a:pt x="5" y="72"/>
                    <a:pt x="4" y="72"/>
                    <a:pt x="3" y="70"/>
                  </a:cubicBezTo>
                  <a:cubicBezTo>
                    <a:pt x="0" y="68"/>
                    <a:pt x="0" y="64"/>
                    <a:pt x="3" y="6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4" y="0"/>
                    <a:pt x="68" y="0"/>
                    <a:pt x="71" y="2"/>
                  </a:cubicBezTo>
                  <a:cubicBezTo>
                    <a:pt x="73" y="5"/>
                    <a:pt x="73" y="9"/>
                    <a:pt x="71" y="11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0" y="72"/>
                    <a:pt x="9" y="72"/>
                    <a:pt x="7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4" name="Freeform 82">
              <a:extLst>
                <a:ext uri="{FF2B5EF4-FFF2-40B4-BE49-F238E27FC236}">
                  <a16:creationId xmlns:a16="http://schemas.microsoft.com/office/drawing/2014/main" id="{D89E874B-0787-064A-B6EE-771B8648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5" name="Freeform 83">
              <a:extLst>
                <a:ext uri="{FF2B5EF4-FFF2-40B4-BE49-F238E27FC236}">
                  <a16:creationId xmlns:a16="http://schemas.microsoft.com/office/drawing/2014/main" id="{B0BBC9BB-9478-DD40-9544-993DEB7E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1997"/>
              <a:ext cx="54" cy="18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6" name="Freeform 84">
              <a:extLst>
                <a:ext uri="{FF2B5EF4-FFF2-40B4-BE49-F238E27FC236}">
                  <a16:creationId xmlns:a16="http://schemas.microsoft.com/office/drawing/2014/main" id="{52E27719-BDA4-694D-83C1-C827D694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922"/>
              <a:ext cx="52" cy="32"/>
            </a:xfrm>
            <a:custGeom>
              <a:avLst/>
              <a:gdLst>
                <a:gd name="T0" fmla="*/ 6 w 35"/>
                <a:gd name="T1" fmla="*/ 22 h 22"/>
                <a:gd name="T2" fmla="*/ 1 w 35"/>
                <a:gd name="T3" fmla="*/ 19 h 22"/>
                <a:gd name="T4" fmla="*/ 4 w 35"/>
                <a:gd name="T5" fmla="*/ 11 h 22"/>
                <a:gd name="T6" fmla="*/ 26 w 35"/>
                <a:gd name="T7" fmla="*/ 2 h 22"/>
                <a:gd name="T8" fmla="*/ 34 w 35"/>
                <a:gd name="T9" fmla="*/ 5 h 22"/>
                <a:gd name="T10" fmla="*/ 31 w 35"/>
                <a:gd name="T11" fmla="*/ 13 h 22"/>
                <a:gd name="T12" fmla="*/ 9 w 35"/>
                <a:gd name="T13" fmla="*/ 22 h 22"/>
                <a:gd name="T14" fmla="*/ 6 w 3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22">
                  <a:moveTo>
                    <a:pt x="6" y="22"/>
                  </a:moveTo>
                  <a:cubicBezTo>
                    <a:pt x="4" y="22"/>
                    <a:pt x="2" y="21"/>
                    <a:pt x="1" y="19"/>
                  </a:cubicBezTo>
                  <a:cubicBezTo>
                    <a:pt x="0" y="16"/>
                    <a:pt x="1" y="12"/>
                    <a:pt x="4" y="1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9" y="0"/>
                    <a:pt x="33" y="2"/>
                    <a:pt x="34" y="5"/>
                  </a:cubicBezTo>
                  <a:cubicBezTo>
                    <a:pt x="35" y="8"/>
                    <a:pt x="34" y="11"/>
                    <a:pt x="31" y="13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7" y="22"/>
                    <a:pt x="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7" name="Freeform 85">
              <a:extLst>
                <a:ext uri="{FF2B5EF4-FFF2-40B4-BE49-F238E27FC236}">
                  <a16:creationId xmlns:a16="http://schemas.microsoft.com/office/drawing/2014/main" id="{FF113834-5F02-6A41-9F8F-FFF2D91F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832"/>
              <a:ext cx="34" cy="51"/>
            </a:xfrm>
            <a:custGeom>
              <a:avLst/>
              <a:gdLst>
                <a:gd name="T0" fmla="*/ 7 w 23"/>
                <a:gd name="T1" fmla="*/ 35 h 35"/>
                <a:gd name="T2" fmla="*/ 4 w 23"/>
                <a:gd name="T3" fmla="*/ 34 h 35"/>
                <a:gd name="T4" fmla="*/ 1 w 23"/>
                <a:gd name="T5" fmla="*/ 26 h 35"/>
                <a:gd name="T6" fmla="*/ 10 w 23"/>
                <a:gd name="T7" fmla="*/ 4 h 35"/>
                <a:gd name="T8" fmla="*/ 18 w 23"/>
                <a:gd name="T9" fmla="*/ 1 h 35"/>
                <a:gd name="T10" fmla="*/ 21 w 23"/>
                <a:gd name="T11" fmla="*/ 9 h 35"/>
                <a:gd name="T12" fmla="*/ 12 w 23"/>
                <a:gd name="T13" fmla="*/ 31 h 35"/>
                <a:gd name="T14" fmla="*/ 7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7" y="35"/>
                  </a:moveTo>
                  <a:cubicBezTo>
                    <a:pt x="6" y="35"/>
                    <a:pt x="5" y="35"/>
                    <a:pt x="4" y="34"/>
                  </a:cubicBezTo>
                  <a:cubicBezTo>
                    <a:pt x="1" y="33"/>
                    <a:pt x="0" y="29"/>
                    <a:pt x="1" y="26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1"/>
                    <a:pt x="15" y="0"/>
                    <a:pt x="18" y="1"/>
                  </a:cubicBezTo>
                  <a:cubicBezTo>
                    <a:pt x="21" y="2"/>
                    <a:pt x="23" y="6"/>
                    <a:pt x="21" y="9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3"/>
                    <a:pt x="9" y="35"/>
                    <a:pt x="7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8" name="Freeform 86">
              <a:extLst>
                <a:ext uri="{FF2B5EF4-FFF2-40B4-BE49-F238E27FC236}">
                  <a16:creationId xmlns:a16="http://schemas.microsoft.com/office/drawing/2014/main" id="{1F6BA6DB-8682-D240-BADC-571C01985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20"/>
              <a:ext cx="18" cy="5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10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49" name="Freeform 87">
              <a:extLst>
                <a:ext uri="{FF2B5EF4-FFF2-40B4-BE49-F238E27FC236}">
                  <a16:creationId xmlns:a16="http://schemas.microsoft.com/office/drawing/2014/main" id="{FE697EC8-E5DA-6C49-A676-2F10E8AEA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1832"/>
              <a:ext cx="34" cy="51"/>
            </a:xfrm>
            <a:custGeom>
              <a:avLst/>
              <a:gdLst>
                <a:gd name="T0" fmla="*/ 16 w 23"/>
                <a:gd name="T1" fmla="*/ 35 h 35"/>
                <a:gd name="T2" fmla="*/ 10 w 23"/>
                <a:gd name="T3" fmla="*/ 31 h 35"/>
                <a:gd name="T4" fmla="*/ 1 w 23"/>
                <a:gd name="T5" fmla="*/ 9 h 35"/>
                <a:gd name="T6" fmla="*/ 4 w 23"/>
                <a:gd name="T7" fmla="*/ 1 h 35"/>
                <a:gd name="T8" fmla="*/ 12 w 23"/>
                <a:gd name="T9" fmla="*/ 4 h 35"/>
                <a:gd name="T10" fmla="*/ 21 w 23"/>
                <a:gd name="T11" fmla="*/ 26 h 35"/>
                <a:gd name="T12" fmla="*/ 18 w 23"/>
                <a:gd name="T13" fmla="*/ 34 h 35"/>
                <a:gd name="T14" fmla="*/ 16 w 23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5">
                  <a:moveTo>
                    <a:pt x="16" y="35"/>
                  </a:moveTo>
                  <a:cubicBezTo>
                    <a:pt x="13" y="35"/>
                    <a:pt x="11" y="33"/>
                    <a:pt x="10" y="31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1" y="33"/>
                    <a:pt x="18" y="34"/>
                  </a:cubicBezTo>
                  <a:cubicBezTo>
                    <a:pt x="17" y="35"/>
                    <a:pt x="17" y="35"/>
                    <a:pt x="1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0" name="Freeform 88">
              <a:extLst>
                <a:ext uri="{FF2B5EF4-FFF2-40B4-BE49-F238E27FC236}">
                  <a16:creationId xmlns:a16="http://schemas.microsoft.com/office/drawing/2014/main" id="{12D6C954-2EF3-BD42-BFB7-359D0D4F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1869"/>
              <a:ext cx="45" cy="42"/>
            </a:xfrm>
            <a:custGeom>
              <a:avLst/>
              <a:gdLst>
                <a:gd name="T0" fmla="*/ 24 w 30"/>
                <a:gd name="T1" fmla="*/ 29 h 29"/>
                <a:gd name="T2" fmla="*/ 19 w 30"/>
                <a:gd name="T3" fmla="*/ 27 h 29"/>
                <a:gd name="T4" fmla="*/ 2 w 30"/>
                <a:gd name="T5" fmla="*/ 10 h 29"/>
                <a:gd name="T6" fmla="*/ 2 w 30"/>
                <a:gd name="T7" fmla="*/ 2 h 29"/>
                <a:gd name="T8" fmla="*/ 11 w 30"/>
                <a:gd name="T9" fmla="*/ 2 h 29"/>
                <a:gd name="T10" fmla="*/ 28 w 30"/>
                <a:gd name="T11" fmla="*/ 19 h 29"/>
                <a:gd name="T12" fmla="*/ 28 w 30"/>
                <a:gd name="T13" fmla="*/ 27 h 29"/>
                <a:gd name="T14" fmla="*/ 24 w 30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9">
                  <a:moveTo>
                    <a:pt x="24" y="29"/>
                  </a:moveTo>
                  <a:cubicBezTo>
                    <a:pt x="22" y="29"/>
                    <a:pt x="21" y="29"/>
                    <a:pt x="19" y="27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0" y="21"/>
                    <a:pt x="30" y="25"/>
                    <a:pt x="28" y="27"/>
                  </a:cubicBezTo>
                  <a:cubicBezTo>
                    <a:pt x="27" y="29"/>
                    <a:pt x="25" y="29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1" name="Freeform 89">
              <a:extLst>
                <a:ext uri="{FF2B5EF4-FFF2-40B4-BE49-F238E27FC236}">
                  <a16:creationId xmlns:a16="http://schemas.microsoft.com/office/drawing/2014/main" id="{A35B7786-D1F2-4549-A514-FD155D87A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922"/>
              <a:ext cx="54" cy="32"/>
            </a:xfrm>
            <a:custGeom>
              <a:avLst/>
              <a:gdLst>
                <a:gd name="T0" fmla="*/ 29 w 36"/>
                <a:gd name="T1" fmla="*/ 22 h 22"/>
                <a:gd name="T2" fmla="*/ 27 w 36"/>
                <a:gd name="T3" fmla="*/ 22 h 22"/>
                <a:gd name="T4" fmla="*/ 5 w 36"/>
                <a:gd name="T5" fmla="*/ 13 h 22"/>
                <a:gd name="T6" fmla="*/ 1 w 36"/>
                <a:gd name="T7" fmla="*/ 5 h 22"/>
                <a:gd name="T8" fmla="*/ 9 w 36"/>
                <a:gd name="T9" fmla="*/ 2 h 22"/>
                <a:gd name="T10" fmla="*/ 31 w 36"/>
                <a:gd name="T11" fmla="*/ 11 h 22"/>
                <a:gd name="T12" fmla="*/ 35 w 36"/>
                <a:gd name="T13" fmla="*/ 19 h 22"/>
                <a:gd name="T14" fmla="*/ 29 w 36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22">
                  <a:moveTo>
                    <a:pt x="29" y="22"/>
                  </a:moveTo>
                  <a:cubicBezTo>
                    <a:pt x="28" y="22"/>
                    <a:pt x="28" y="22"/>
                    <a:pt x="27" y="2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1"/>
                    <a:pt x="0" y="8"/>
                    <a:pt x="1" y="5"/>
                  </a:cubicBezTo>
                  <a:cubicBezTo>
                    <a:pt x="3" y="2"/>
                    <a:pt x="6" y="0"/>
                    <a:pt x="9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4" y="12"/>
                    <a:pt x="36" y="16"/>
                    <a:pt x="35" y="19"/>
                  </a:cubicBezTo>
                  <a:cubicBezTo>
                    <a:pt x="34" y="21"/>
                    <a:pt x="31" y="22"/>
                    <a:pt x="2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152" name="Freeform 90">
              <a:extLst>
                <a:ext uri="{FF2B5EF4-FFF2-40B4-BE49-F238E27FC236}">
                  <a16:creationId xmlns:a16="http://schemas.microsoft.com/office/drawing/2014/main" id="{184AEB09-EB08-604B-AC9C-43039EE91D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7" y="1784"/>
              <a:ext cx="426" cy="302"/>
            </a:xfrm>
            <a:custGeom>
              <a:avLst/>
              <a:gdLst>
                <a:gd name="T0" fmla="*/ 282 w 288"/>
                <a:gd name="T1" fmla="*/ 204 h 204"/>
                <a:gd name="T2" fmla="*/ 6 w 288"/>
                <a:gd name="T3" fmla="*/ 204 h 204"/>
                <a:gd name="T4" fmla="*/ 0 w 288"/>
                <a:gd name="T5" fmla="*/ 198 h 204"/>
                <a:gd name="T6" fmla="*/ 0 w 288"/>
                <a:gd name="T7" fmla="*/ 144 h 204"/>
                <a:gd name="T8" fmla="*/ 144 w 288"/>
                <a:gd name="T9" fmla="*/ 0 h 204"/>
                <a:gd name="T10" fmla="*/ 288 w 288"/>
                <a:gd name="T11" fmla="*/ 144 h 204"/>
                <a:gd name="T12" fmla="*/ 288 w 288"/>
                <a:gd name="T13" fmla="*/ 198 h 204"/>
                <a:gd name="T14" fmla="*/ 282 w 288"/>
                <a:gd name="T15" fmla="*/ 204 h 204"/>
                <a:gd name="T16" fmla="*/ 12 w 288"/>
                <a:gd name="T17" fmla="*/ 192 h 204"/>
                <a:gd name="T18" fmla="*/ 276 w 288"/>
                <a:gd name="T19" fmla="*/ 192 h 204"/>
                <a:gd name="T20" fmla="*/ 276 w 288"/>
                <a:gd name="T21" fmla="*/ 144 h 204"/>
                <a:gd name="T22" fmla="*/ 144 w 288"/>
                <a:gd name="T23" fmla="*/ 12 h 204"/>
                <a:gd name="T24" fmla="*/ 12 w 288"/>
                <a:gd name="T25" fmla="*/ 144 h 204"/>
                <a:gd name="T26" fmla="*/ 12 w 288"/>
                <a:gd name="T27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204">
                  <a:moveTo>
                    <a:pt x="282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64"/>
                    <a:pt x="65" y="0"/>
                    <a:pt x="144" y="0"/>
                  </a:cubicBezTo>
                  <a:cubicBezTo>
                    <a:pt x="224" y="0"/>
                    <a:pt x="288" y="64"/>
                    <a:pt x="288" y="144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01"/>
                    <a:pt x="286" y="204"/>
                    <a:pt x="282" y="204"/>
                  </a:cubicBezTo>
                  <a:close/>
                  <a:moveTo>
                    <a:pt x="12" y="192"/>
                  </a:moveTo>
                  <a:cubicBezTo>
                    <a:pt x="276" y="192"/>
                    <a:pt x="276" y="192"/>
                    <a:pt x="276" y="192"/>
                  </a:cubicBezTo>
                  <a:cubicBezTo>
                    <a:pt x="276" y="144"/>
                    <a:pt x="276" y="144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1" y="12"/>
                    <a:pt x="12" y="71"/>
                    <a:pt x="12" y="144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153" name="Group 59">
            <a:extLst>
              <a:ext uri="{FF2B5EF4-FFF2-40B4-BE49-F238E27FC236}">
                <a16:creationId xmlns:a16="http://schemas.microsoft.com/office/drawing/2014/main" id="{892D387B-5AA1-8044-8D45-614FDCB30B6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75617" y="3217044"/>
            <a:ext cx="466978" cy="281356"/>
            <a:chOff x="6554" y="532"/>
            <a:chExt cx="400" cy="241"/>
          </a:xfrm>
          <a:solidFill>
            <a:schemeClr val="accent1"/>
          </a:solidFill>
        </p:grpSpPr>
        <p:sp>
          <p:nvSpPr>
            <p:cNvPr id="154" name="Freeform 60">
              <a:extLst>
                <a:ext uri="{FF2B5EF4-FFF2-40B4-BE49-F238E27FC236}">
                  <a16:creationId xmlns:a16="http://schemas.microsoft.com/office/drawing/2014/main" id="{CA82DAE1-B4D6-1142-8988-789C66AB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" y="532"/>
              <a:ext cx="400" cy="241"/>
            </a:xfrm>
            <a:custGeom>
              <a:avLst/>
              <a:gdLst>
                <a:gd name="T0" fmla="*/ 6 w 271"/>
                <a:gd name="T1" fmla="*/ 163 h 163"/>
                <a:gd name="T2" fmla="*/ 2 w 271"/>
                <a:gd name="T3" fmla="*/ 161 h 163"/>
                <a:gd name="T4" fmla="*/ 2 w 271"/>
                <a:gd name="T5" fmla="*/ 153 h 163"/>
                <a:gd name="T6" fmla="*/ 98 w 271"/>
                <a:gd name="T7" fmla="*/ 45 h 163"/>
                <a:gd name="T8" fmla="*/ 106 w 271"/>
                <a:gd name="T9" fmla="*/ 44 h 163"/>
                <a:gd name="T10" fmla="*/ 174 w 271"/>
                <a:gd name="T11" fmla="*/ 100 h 163"/>
                <a:gd name="T12" fmla="*/ 260 w 271"/>
                <a:gd name="T13" fmla="*/ 3 h 163"/>
                <a:gd name="T14" fmla="*/ 268 w 271"/>
                <a:gd name="T15" fmla="*/ 2 h 163"/>
                <a:gd name="T16" fmla="*/ 269 w 271"/>
                <a:gd name="T17" fmla="*/ 11 h 163"/>
                <a:gd name="T18" fmla="*/ 179 w 271"/>
                <a:gd name="T19" fmla="*/ 113 h 163"/>
                <a:gd name="T20" fmla="*/ 171 w 271"/>
                <a:gd name="T21" fmla="*/ 113 h 163"/>
                <a:gd name="T22" fmla="*/ 103 w 271"/>
                <a:gd name="T23" fmla="*/ 57 h 163"/>
                <a:gd name="T24" fmla="*/ 11 w 271"/>
                <a:gd name="T25" fmla="*/ 161 h 163"/>
                <a:gd name="T26" fmla="*/ 6 w 271"/>
                <a:gd name="T27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63">
                  <a:moveTo>
                    <a:pt x="6" y="163"/>
                  </a:moveTo>
                  <a:cubicBezTo>
                    <a:pt x="5" y="163"/>
                    <a:pt x="4" y="162"/>
                    <a:pt x="2" y="161"/>
                  </a:cubicBezTo>
                  <a:cubicBezTo>
                    <a:pt x="0" y="159"/>
                    <a:pt x="0" y="155"/>
                    <a:pt x="2" y="153"/>
                  </a:cubicBezTo>
                  <a:cubicBezTo>
                    <a:pt x="98" y="45"/>
                    <a:pt x="98" y="45"/>
                    <a:pt x="98" y="45"/>
                  </a:cubicBezTo>
                  <a:cubicBezTo>
                    <a:pt x="100" y="42"/>
                    <a:pt x="104" y="42"/>
                    <a:pt x="106" y="44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260" y="3"/>
                    <a:pt x="260" y="3"/>
                    <a:pt x="260" y="3"/>
                  </a:cubicBezTo>
                  <a:cubicBezTo>
                    <a:pt x="262" y="0"/>
                    <a:pt x="266" y="0"/>
                    <a:pt x="268" y="2"/>
                  </a:cubicBezTo>
                  <a:cubicBezTo>
                    <a:pt x="271" y="5"/>
                    <a:pt x="271" y="8"/>
                    <a:pt x="269" y="11"/>
                  </a:cubicBezTo>
                  <a:cubicBezTo>
                    <a:pt x="179" y="113"/>
                    <a:pt x="179" y="113"/>
                    <a:pt x="179" y="113"/>
                  </a:cubicBezTo>
                  <a:cubicBezTo>
                    <a:pt x="177" y="115"/>
                    <a:pt x="173" y="116"/>
                    <a:pt x="171" y="113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2"/>
                    <a:pt x="8" y="163"/>
                    <a:pt x="6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  <p:sp>
          <p:nvSpPr>
            <p:cNvPr id="155" name="Freeform 61">
              <a:extLst>
                <a:ext uri="{FF2B5EF4-FFF2-40B4-BE49-F238E27FC236}">
                  <a16:creationId xmlns:a16="http://schemas.microsoft.com/office/drawing/2014/main" id="{F6DD371E-5D02-AF4E-8FE8-2BC519C31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2" y="534"/>
              <a:ext cx="141" cy="124"/>
            </a:xfrm>
            <a:custGeom>
              <a:avLst/>
              <a:gdLst>
                <a:gd name="T0" fmla="*/ 89 w 95"/>
                <a:gd name="T1" fmla="*/ 84 h 84"/>
                <a:gd name="T2" fmla="*/ 83 w 95"/>
                <a:gd name="T3" fmla="*/ 78 h 84"/>
                <a:gd name="T4" fmla="*/ 83 w 95"/>
                <a:gd name="T5" fmla="*/ 12 h 84"/>
                <a:gd name="T6" fmla="*/ 6 w 95"/>
                <a:gd name="T7" fmla="*/ 12 h 84"/>
                <a:gd name="T8" fmla="*/ 0 w 95"/>
                <a:gd name="T9" fmla="*/ 6 h 84"/>
                <a:gd name="T10" fmla="*/ 6 w 95"/>
                <a:gd name="T11" fmla="*/ 0 h 84"/>
                <a:gd name="T12" fmla="*/ 89 w 95"/>
                <a:gd name="T13" fmla="*/ 0 h 84"/>
                <a:gd name="T14" fmla="*/ 95 w 95"/>
                <a:gd name="T15" fmla="*/ 6 h 84"/>
                <a:gd name="T16" fmla="*/ 95 w 95"/>
                <a:gd name="T17" fmla="*/ 78 h 84"/>
                <a:gd name="T18" fmla="*/ 89 w 95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84">
                  <a:moveTo>
                    <a:pt x="89" y="84"/>
                  </a:moveTo>
                  <a:cubicBezTo>
                    <a:pt x="86" y="84"/>
                    <a:pt x="83" y="81"/>
                    <a:pt x="83" y="78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3" y="0"/>
                    <a:pt x="95" y="3"/>
                    <a:pt x="95" y="6"/>
                  </a:cubicBezTo>
                  <a:cubicBezTo>
                    <a:pt x="95" y="78"/>
                    <a:pt x="95" y="78"/>
                    <a:pt x="95" y="78"/>
                  </a:cubicBezTo>
                  <a:cubicBezTo>
                    <a:pt x="95" y="81"/>
                    <a:pt x="93" y="84"/>
                    <a:pt x="89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solidFill>
                  <a:schemeClr val="bg2"/>
                </a:solidFill>
              </a:endParaRPr>
            </a:p>
          </p:txBody>
        </p:sp>
      </p:grpSp>
      <p:grpSp>
        <p:nvGrpSpPr>
          <p:cNvPr id="156" name="Group 60">
            <a:extLst>
              <a:ext uri="{FF2B5EF4-FFF2-40B4-BE49-F238E27FC236}">
                <a16:creationId xmlns:a16="http://schemas.microsoft.com/office/drawing/2014/main" id="{909B4C50-0B6B-F940-B96B-0F025E2574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9567" y="3117577"/>
            <a:ext cx="491836" cy="480291"/>
            <a:chOff x="6726" y="600"/>
            <a:chExt cx="426" cy="416"/>
          </a:xfrm>
          <a:solidFill>
            <a:schemeClr val="accent1"/>
          </a:solidFill>
        </p:grpSpPr>
        <p:sp>
          <p:nvSpPr>
            <p:cNvPr id="157" name="Freeform 61">
              <a:extLst>
                <a:ext uri="{FF2B5EF4-FFF2-40B4-BE49-F238E27FC236}">
                  <a16:creationId xmlns:a16="http://schemas.microsoft.com/office/drawing/2014/main" id="{9C3A8E24-140A-A045-9B50-E9B46810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" y="999"/>
              <a:ext cx="426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0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62">
              <a:extLst>
                <a:ext uri="{FF2B5EF4-FFF2-40B4-BE49-F238E27FC236}">
                  <a16:creationId xmlns:a16="http://schemas.microsoft.com/office/drawing/2014/main" id="{7B95F1FD-5650-BC4B-808D-C3715C5F4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4" y="912"/>
              <a:ext cx="71" cy="104"/>
            </a:xfrm>
            <a:custGeom>
              <a:avLst/>
              <a:gdLst>
                <a:gd name="T0" fmla="*/ 42 w 48"/>
                <a:gd name="T1" fmla="*/ 72 h 72"/>
                <a:gd name="T2" fmla="*/ 6 w 48"/>
                <a:gd name="T3" fmla="*/ 72 h 72"/>
                <a:gd name="T4" fmla="*/ 0 w 48"/>
                <a:gd name="T5" fmla="*/ 66 h 72"/>
                <a:gd name="T6" fmla="*/ 0 w 48"/>
                <a:gd name="T7" fmla="*/ 6 h 72"/>
                <a:gd name="T8" fmla="*/ 6 w 48"/>
                <a:gd name="T9" fmla="*/ 0 h 72"/>
                <a:gd name="T10" fmla="*/ 42 w 48"/>
                <a:gd name="T11" fmla="*/ 0 h 72"/>
                <a:gd name="T12" fmla="*/ 48 w 48"/>
                <a:gd name="T13" fmla="*/ 6 h 72"/>
                <a:gd name="T14" fmla="*/ 48 w 48"/>
                <a:gd name="T15" fmla="*/ 66 h 72"/>
                <a:gd name="T16" fmla="*/ 42 w 48"/>
                <a:gd name="T17" fmla="*/ 72 h 72"/>
                <a:gd name="T18" fmla="*/ 12 w 48"/>
                <a:gd name="T19" fmla="*/ 60 h 72"/>
                <a:gd name="T20" fmla="*/ 36 w 48"/>
                <a:gd name="T21" fmla="*/ 60 h 72"/>
                <a:gd name="T22" fmla="*/ 36 w 48"/>
                <a:gd name="T23" fmla="*/ 12 h 72"/>
                <a:gd name="T24" fmla="*/ 12 w 48"/>
                <a:gd name="T25" fmla="*/ 12 h 72"/>
                <a:gd name="T26" fmla="*/ 12 w 4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72">
                  <a:moveTo>
                    <a:pt x="4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2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70"/>
                    <a:pt x="45" y="72"/>
                    <a:pt x="42" y="72"/>
                  </a:cubicBezTo>
                  <a:close/>
                  <a:moveTo>
                    <a:pt x="12" y="60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63">
              <a:extLst>
                <a:ext uri="{FF2B5EF4-FFF2-40B4-BE49-F238E27FC236}">
                  <a16:creationId xmlns:a16="http://schemas.microsoft.com/office/drawing/2014/main" id="{0ACA05DC-D168-ED4A-8F9D-48683873D7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0" y="826"/>
              <a:ext cx="71" cy="190"/>
            </a:xfrm>
            <a:custGeom>
              <a:avLst/>
              <a:gdLst>
                <a:gd name="T0" fmla="*/ 42 w 48"/>
                <a:gd name="T1" fmla="*/ 132 h 132"/>
                <a:gd name="T2" fmla="*/ 6 w 48"/>
                <a:gd name="T3" fmla="*/ 132 h 132"/>
                <a:gd name="T4" fmla="*/ 0 w 48"/>
                <a:gd name="T5" fmla="*/ 126 h 132"/>
                <a:gd name="T6" fmla="*/ 0 w 48"/>
                <a:gd name="T7" fmla="*/ 6 h 132"/>
                <a:gd name="T8" fmla="*/ 6 w 48"/>
                <a:gd name="T9" fmla="*/ 0 h 132"/>
                <a:gd name="T10" fmla="*/ 42 w 48"/>
                <a:gd name="T11" fmla="*/ 0 h 132"/>
                <a:gd name="T12" fmla="*/ 48 w 48"/>
                <a:gd name="T13" fmla="*/ 6 h 132"/>
                <a:gd name="T14" fmla="*/ 48 w 48"/>
                <a:gd name="T15" fmla="*/ 126 h 132"/>
                <a:gd name="T16" fmla="*/ 42 w 48"/>
                <a:gd name="T17" fmla="*/ 132 h 132"/>
                <a:gd name="T18" fmla="*/ 12 w 48"/>
                <a:gd name="T19" fmla="*/ 120 h 132"/>
                <a:gd name="T20" fmla="*/ 36 w 48"/>
                <a:gd name="T21" fmla="*/ 120 h 132"/>
                <a:gd name="T22" fmla="*/ 36 w 48"/>
                <a:gd name="T23" fmla="*/ 12 h 132"/>
                <a:gd name="T24" fmla="*/ 12 w 48"/>
                <a:gd name="T25" fmla="*/ 12 h 132"/>
                <a:gd name="T26" fmla="*/ 12 w 48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32">
                  <a:moveTo>
                    <a:pt x="42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2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48" y="130"/>
                    <a:pt x="45" y="132"/>
                    <a:pt x="42" y="132"/>
                  </a:cubicBezTo>
                  <a:close/>
                  <a:moveTo>
                    <a:pt x="12" y="120"/>
                  </a:moveTo>
                  <a:cubicBezTo>
                    <a:pt x="36" y="120"/>
                    <a:pt x="36" y="120"/>
                    <a:pt x="36" y="12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64">
              <a:extLst>
                <a:ext uri="{FF2B5EF4-FFF2-40B4-BE49-F238E27FC236}">
                  <a16:creationId xmlns:a16="http://schemas.microsoft.com/office/drawing/2014/main" id="{DEACE061-660B-B846-81F5-5CAC95D88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7" y="860"/>
              <a:ext cx="71" cy="156"/>
            </a:xfrm>
            <a:custGeom>
              <a:avLst/>
              <a:gdLst>
                <a:gd name="T0" fmla="*/ 42 w 48"/>
                <a:gd name="T1" fmla="*/ 108 h 108"/>
                <a:gd name="T2" fmla="*/ 6 w 48"/>
                <a:gd name="T3" fmla="*/ 108 h 108"/>
                <a:gd name="T4" fmla="*/ 0 w 48"/>
                <a:gd name="T5" fmla="*/ 102 h 108"/>
                <a:gd name="T6" fmla="*/ 0 w 48"/>
                <a:gd name="T7" fmla="*/ 6 h 108"/>
                <a:gd name="T8" fmla="*/ 6 w 48"/>
                <a:gd name="T9" fmla="*/ 0 h 108"/>
                <a:gd name="T10" fmla="*/ 42 w 48"/>
                <a:gd name="T11" fmla="*/ 0 h 108"/>
                <a:gd name="T12" fmla="*/ 48 w 48"/>
                <a:gd name="T13" fmla="*/ 6 h 108"/>
                <a:gd name="T14" fmla="*/ 48 w 48"/>
                <a:gd name="T15" fmla="*/ 102 h 108"/>
                <a:gd name="T16" fmla="*/ 42 w 48"/>
                <a:gd name="T17" fmla="*/ 108 h 108"/>
                <a:gd name="T18" fmla="*/ 12 w 48"/>
                <a:gd name="T19" fmla="*/ 96 h 108"/>
                <a:gd name="T20" fmla="*/ 36 w 48"/>
                <a:gd name="T21" fmla="*/ 96 h 108"/>
                <a:gd name="T22" fmla="*/ 36 w 48"/>
                <a:gd name="T23" fmla="*/ 12 h 108"/>
                <a:gd name="T24" fmla="*/ 12 w 48"/>
                <a:gd name="T25" fmla="*/ 12 h 108"/>
                <a:gd name="T26" fmla="*/ 12 w 48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08">
                  <a:moveTo>
                    <a:pt x="42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6"/>
                    <a:pt x="45" y="108"/>
                    <a:pt x="42" y="108"/>
                  </a:cubicBezTo>
                  <a:close/>
                  <a:moveTo>
                    <a:pt x="12" y="96"/>
                  </a:moveTo>
                  <a:cubicBezTo>
                    <a:pt x="36" y="96"/>
                    <a:pt x="36" y="96"/>
                    <a:pt x="36" y="9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Freeform 65">
              <a:extLst>
                <a:ext uri="{FF2B5EF4-FFF2-40B4-BE49-F238E27FC236}">
                  <a16:creationId xmlns:a16="http://schemas.microsoft.com/office/drawing/2014/main" id="{6C1EFCFD-1918-4C4B-9CE7-E8EFB1D43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3" y="739"/>
              <a:ext cx="71" cy="277"/>
            </a:xfrm>
            <a:custGeom>
              <a:avLst/>
              <a:gdLst>
                <a:gd name="T0" fmla="*/ 42 w 48"/>
                <a:gd name="T1" fmla="*/ 192 h 192"/>
                <a:gd name="T2" fmla="*/ 6 w 48"/>
                <a:gd name="T3" fmla="*/ 192 h 192"/>
                <a:gd name="T4" fmla="*/ 0 w 48"/>
                <a:gd name="T5" fmla="*/ 186 h 192"/>
                <a:gd name="T6" fmla="*/ 0 w 48"/>
                <a:gd name="T7" fmla="*/ 6 h 192"/>
                <a:gd name="T8" fmla="*/ 6 w 48"/>
                <a:gd name="T9" fmla="*/ 0 h 192"/>
                <a:gd name="T10" fmla="*/ 42 w 48"/>
                <a:gd name="T11" fmla="*/ 0 h 192"/>
                <a:gd name="T12" fmla="*/ 48 w 48"/>
                <a:gd name="T13" fmla="*/ 6 h 192"/>
                <a:gd name="T14" fmla="*/ 48 w 48"/>
                <a:gd name="T15" fmla="*/ 186 h 192"/>
                <a:gd name="T16" fmla="*/ 42 w 48"/>
                <a:gd name="T17" fmla="*/ 192 h 192"/>
                <a:gd name="T18" fmla="*/ 12 w 48"/>
                <a:gd name="T19" fmla="*/ 180 h 192"/>
                <a:gd name="T20" fmla="*/ 36 w 48"/>
                <a:gd name="T21" fmla="*/ 180 h 192"/>
                <a:gd name="T22" fmla="*/ 36 w 48"/>
                <a:gd name="T23" fmla="*/ 12 h 192"/>
                <a:gd name="T24" fmla="*/ 12 w 48"/>
                <a:gd name="T25" fmla="*/ 12 h 192"/>
                <a:gd name="T26" fmla="*/ 12 w 48"/>
                <a:gd name="T27" fmla="*/ 18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92">
                  <a:moveTo>
                    <a:pt x="42" y="192"/>
                  </a:moveTo>
                  <a:cubicBezTo>
                    <a:pt x="6" y="192"/>
                    <a:pt x="6" y="192"/>
                    <a:pt x="6" y="192"/>
                  </a:cubicBezTo>
                  <a:cubicBezTo>
                    <a:pt x="2" y="192"/>
                    <a:pt x="0" y="190"/>
                    <a:pt x="0" y="18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90"/>
                    <a:pt x="45" y="192"/>
                    <a:pt x="42" y="192"/>
                  </a:cubicBezTo>
                  <a:close/>
                  <a:moveTo>
                    <a:pt x="12" y="180"/>
                  </a:moveTo>
                  <a:cubicBezTo>
                    <a:pt x="36" y="180"/>
                    <a:pt x="36" y="180"/>
                    <a:pt x="36" y="18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Freeform 66">
              <a:extLst>
                <a:ext uri="{FF2B5EF4-FFF2-40B4-BE49-F238E27FC236}">
                  <a16:creationId xmlns:a16="http://schemas.microsoft.com/office/drawing/2014/main" id="{E3276A80-6E12-C248-A63A-BDDBCB6DC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3" y="774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Freeform 67">
              <a:extLst>
                <a:ext uri="{FF2B5EF4-FFF2-40B4-BE49-F238E27FC236}">
                  <a16:creationId xmlns:a16="http://schemas.microsoft.com/office/drawing/2014/main" id="{FA66DBB2-838B-4C4A-BA40-168FEF0708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9" y="687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Freeform 68">
              <a:extLst>
                <a:ext uri="{FF2B5EF4-FFF2-40B4-BE49-F238E27FC236}">
                  <a16:creationId xmlns:a16="http://schemas.microsoft.com/office/drawing/2014/main" id="{93019F76-8284-AF42-815A-EE8C56616E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6" y="722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69">
              <a:extLst>
                <a:ext uri="{FF2B5EF4-FFF2-40B4-BE49-F238E27FC236}">
                  <a16:creationId xmlns:a16="http://schemas.microsoft.com/office/drawing/2014/main" id="{994737E9-AB00-4844-A2D9-029280879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" y="600"/>
              <a:ext cx="54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70">
              <a:extLst>
                <a:ext uri="{FF2B5EF4-FFF2-40B4-BE49-F238E27FC236}">
                  <a16:creationId xmlns:a16="http://schemas.microsoft.com/office/drawing/2014/main" id="{31011639-86D2-1945-816C-18904942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" y="714"/>
              <a:ext cx="99" cy="84"/>
            </a:xfrm>
            <a:custGeom>
              <a:avLst/>
              <a:gdLst>
                <a:gd name="T0" fmla="*/ 7 w 67"/>
                <a:gd name="T1" fmla="*/ 58 h 58"/>
                <a:gd name="T2" fmla="*/ 2 w 67"/>
                <a:gd name="T3" fmla="*/ 56 h 58"/>
                <a:gd name="T4" fmla="*/ 3 w 67"/>
                <a:gd name="T5" fmla="*/ 47 h 58"/>
                <a:gd name="T6" fmla="*/ 57 w 67"/>
                <a:gd name="T7" fmla="*/ 3 h 58"/>
                <a:gd name="T8" fmla="*/ 65 w 67"/>
                <a:gd name="T9" fmla="*/ 3 h 58"/>
                <a:gd name="T10" fmla="*/ 64 w 67"/>
                <a:gd name="T11" fmla="*/ 12 h 58"/>
                <a:gd name="T12" fmla="*/ 11 w 67"/>
                <a:gd name="T13" fmla="*/ 56 h 58"/>
                <a:gd name="T14" fmla="*/ 7 w 6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8">
                  <a:moveTo>
                    <a:pt x="7" y="58"/>
                  </a:moveTo>
                  <a:cubicBezTo>
                    <a:pt x="5" y="58"/>
                    <a:pt x="3" y="57"/>
                    <a:pt x="2" y="56"/>
                  </a:cubicBezTo>
                  <a:cubicBezTo>
                    <a:pt x="0" y="53"/>
                    <a:pt x="0" y="49"/>
                    <a:pt x="3" y="47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9" y="0"/>
                    <a:pt x="63" y="1"/>
                    <a:pt x="65" y="3"/>
                  </a:cubicBezTo>
                  <a:cubicBezTo>
                    <a:pt x="67" y="6"/>
                    <a:pt x="67" y="10"/>
                    <a:pt x="64" y="1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0" y="57"/>
                    <a:pt x="8" y="58"/>
                    <a:pt x="7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71">
              <a:extLst>
                <a:ext uri="{FF2B5EF4-FFF2-40B4-BE49-F238E27FC236}">
                  <a16:creationId xmlns:a16="http://schemas.microsoft.com/office/drawing/2014/main" id="{351419A5-CCB8-0F4A-A9D8-85EBBC43D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2" y="708"/>
              <a:ext cx="93" cy="44"/>
            </a:xfrm>
            <a:custGeom>
              <a:avLst/>
              <a:gdLst>
                <a:gd name="T0" fmla="*/ 57 w 63"/>
                <a:gd name="T1" fmla="*/ 30 h 30"/>
                <a:gd name="T2" fmla="*/ 55 w 63"/>
                <a:gd name="T3" fmla="*/ 29 h 30"/>
                <a:gd name="T4" fmla="*/ 5 w 63"/>
                <a:gd name="T5" fmla="*/ 13 h 30"/>
                <a:gd name="T6" fmla="*/ 1 w 63"/>
                <a:gd name="T7" fmla="*/ 5 h 30"/>
                <a:gd name="T8" fmla="*/ 9 w 63"/>
                <a:gd name="T9" fmla="*/ 2 h 30"/>
                <a:gd name="T10" fmla="*/ 58 w 63"/>
                <a:gd name="T11" fmla="*/ 18 h 30"/>
                <a:gd name="T12" fmla="*/ 62 w 63"/>
                <a:gd name="T13" fmla="*/ 26 h 30"/>
                <a:gd name="T14" fmla="*/ 57 w 63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30">
                  <a:moveTo>
                    <a:pt x="57" y="30"/>
                  </a:moveTo>
                  <a:cubicBezTo>
                    <a:pt x="56" y="30"/>
                    <a:pt x="55" y="30"/>
                    <a:pt x="5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2"/>
                    <a:pt x="0" y="8"/>
                    <a:pt x="1" y="5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2" y="19"/>
                    <a:pt x="63" y="23"/>
                    <a:pt x="62" y="26"/>
                  </a:cubicBezTo>
                  <a:cubicBezTo>
                    <a:pt x="61" y="28"/>
                    <a:pt x="59" y="30"/>
                    <a:pt x="5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72">
              <a:extLst>
                <a:ext uri="{FF2B5EF4-FFF2-40B4-BE49-F238E27FC236}">
                  <a16:creationId xmlns:a16="http://schemas.microsoft.com/office/drawing/2014/main" id="{E9D27936-5D5D-614F-8C1C-7B1D6C8F5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" y="630"/>
              <a:ext cx="103" cy="113"/>
            </a:xfrm>
            <a:custGeom>
              <a:avLst/>
              <a:gdLst>
                <a:gd name="T0" fmla="*/ 6 w 70"/>
                <a:gd name="T1" fmla="*/ 78 h 78"/>
                <a:gd name="T2" fmla="*/ 3 w 70"/>
                <a:gd name="T3" fmla="*/ 77 h 78"/>
                <a:gd name="T4" fmla="*/ 2 w 70"/>
                <a:gd name="T5" fmla="*/ 68 h 78"/>
                <a:gd name="T6" fmla="*/ 58 w 70"/>
                <a:gd name="T7" fmla="*/ 3 h 78"/>
                <a:gd name="T8" fmla="*/ 67 w 70"/>
                <a:gd name="T9" fmla="*/ 2 h 78"/>
                <a:gd name="T10" fmla="*/ 67 w 70"/>
                <a:gd name="T11" fmla="*/ 10 h 78"/>
                <a:gd name="T12" fmla="*/ 11 w 70"/>
                <a:gd name="T13" fmla="*/ 76 h 78"/>
                <a:gd name="T14" fmla="*/ 6 w 70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8">
                  <a:moveTo>
                    <a:pt x="6" y="78"/>
                  </a:moveTo>
                  <a:cubicBezTo>
                    <a:pt x="5" y="78"/>
                    <a:pt x="4" y="78"/>
                    <a:pt x="3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0"/>
                    <a:pt x="64" y="0"/>
                    <a:pt x="67" y="2"/>
                  </a:cubicBezTo>
                  <a:cubicBezTo>
                    <a:pt x="69" y="4"/>
                    <a:pt x="70" y="8"/>
                    <a:pt x="67" y="10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8"/>
                    <a:pt x="8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9" name="Group 147">
            <a:extLst>
              <a:ext uri="{FF2B5EF4-FFF2-40B4-BE49-F238E27FC236}">
                <a16:creationId xmlns:a16="http://schemas.microsoft.com/office/drawing/2014/main" id="{1A45C7C7-247A-8046-A96E-AD1F982C8EF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02982" y="4317934"/>
            <a:ext cx="492991" cy="480291"/>
            <a:chOff x="4660" y="3155"/>
            <a:chExt cx="427" cy="416"/>
          </a:xfrm>
          <a:solidFill>
            <a:schemeClr val="accent1"/>
          </a:solidFill>
        </p:grpSpPr>
        <p:sp>
          <p:nvSpPr>
            <p:cNvPr id="170" name="Freeform 148">
              <a:extLst>
                <a:ext uri="{FF2B5EF4-FFF2-40B4-BE49-F238E27FC236}">
                  <a16:creationId xmlns:a16="http://schemas.microsoft.com/office/drawing/2014/main" id="{8E8C409B-9E97-C84A-B9D3-A35AAE508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13"/>
              <a:ext cx="75" cy="72"/>
            </a:xfrm>
            <a:custGeom>
              <a:avLst/>
              <a:gdLst>
                <a:gd name="T0" fmla="*/ 7 w 51"/>
                <a:gd name="T1" fmla="*/ 50 h 50"/>
                <a:gd name="T2" fmla="*/ 3 w 51"/>
                <a:gd name="T3" fmla="*/ 48 h 50"/>
                <a:gd name="T4" fmla="*/ 3 w 51"/>
                <a:gd name="T5" fmla="*/ 40 h 50"/>
                <a:gd name="T6" fmla="*/ 40 w 51"/>
                <a:gd name="T7" fmla="*/ 3 h 50"/>
                <a:gd name="T8" fmla="*/ 49 w 51"/>
                <a:gd name="T9" fmla="*/ 3 h 50"/>
                <a:gd name="T10" fmla="*/ 49 w 51"/>
                <a:gd name="T11" fmla="*/ 11 h 50"/>
                <a:gd name="T12" fmla="*/ 11 w 51"/>
                <a:gd name="T13" fmla="*/ 48 h 50"/>
                <a:gd name="T14" fmla="*/ 7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7" y="50"/>
                  </a:moveTo>
                  <a:cubicBezTo>
                    <a:pt x="6" y="50"/>
                    <a:pt x="4" y="49"/>
                    <a:pt x="3" y="48"/>
                  </a:cubicBezTo>
                  <a:cubicBezTo>
                    <a:pt x="0" y="46"/>
                    <a:pt x="0" y="42"/>
                    <a:pt x="3" y="40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2" y="0"/>
                    <a:pt x="46" y="0"/>
                    <a:pt x="49" y="3"/>
                  </a:cubicBezTo>
                  <a:cubicBezTo>
                    <a:pt x="51" y="5"/>
                    <a:pt x="51" y="9"/>
                    <a:pt x="49" y="11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9"/>
                    <a:pt x="9" y="50"/>
                    <a:pt x="7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1" name="Freeform 149">
              <a:extLst>
                <a:ext uri="{FF2B5EF4-FFF2-40B4-BE49-F238E27FC236}">
                  <a16:creationId xmlns:a16="http://schemas.microsoft.com/office/drawing/2014/main" id="{DA0B5ECD-870E-4848-9CD3-F2A48AAED9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2" name="Freeform 150">
              <a:extLst>
                <a:ext uri="{FF2B5EF4-FFF2-40B4-BE49-F238E27FC236}">
                  <a16:creationId xmlns:a16="http://schemas.microsoft.com/office/drawing/2014/main" id="{F35591AC-ECAA-6A44-8F99-819ED52E6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3457"/>
              <a:ext cx="57" cy="55"/>
            </a:xfrm>
            <a:custGeom>
              <a:avLst/>
              <a:gdLst>
                <a:gd name="T0" fmla="*/ 32 w 39"/>
                <a:gd name="T1" fmla="*/ 38 h 38"/>
                <a:gd name="T2" fmla="*/ 28 w 39"/>
                <a:gd name="T3" fmla="*/ 36 h 38"/>
                <a:gd name="T4" fmla="*/ 2 w 39"/>
                <a:gd name="T5" fmla="*/ 11 h 38"/>
                <a:gd name="T6" fmla="*/ 2 w 39"/>
                <a:gd name="T7" fmla="*/ 2 h 38"/>
                <a:gd name="T8" fmla="*/ 11 w 39"/>
                <a:gd name="T9" fmla="*/ 2 h 38"/>
                <a:gd name="T10" fmla="*/ 36 w 39"/>
                <a:gd name="T11" fmla="*/ 28 h 38"/>
                <a:gd name="T12" fmla="*/ 36 w 39"/>
                <a:gd name="T13" fmla="*/ 36 h 38"/>
                <a:gd name="T14" fmla="*/ 32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32" y="38"/>
                  </a:moveTo>
                  <a:cubicBezTo>
                    <a:pt x="30" y="38"/>
                    <a:pt x="29" y="37"/>
                    <a:pt x="28" y="36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9" y="30"/>
                    <a:pt x="39" y="34"/>
                    <a:pt x="36" y="36"/>
                  </a:cubicBezTo>
                  <a:cubicBezTo>
                    <a:pt x="35" y="37"/>
                    <a:pt x="33" y="38"/>
                    <a:pt x="32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3" name="Freeform 151">
              <a:extLst>
                <a:ext uri="{FF2B5EF4-FFF2-40B4-BE49-F238E27FC236}">
                  <a16:creationId xmlns:a16="http://schemas.microsoft.com/office/drawing/2014/main" id="{7C40EEF9-FCC2-A541-B120-A451408799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4" name="Freeform 152">
              <a:extLst>
                <a:ext uri="{FF2B5EF4-FFF2-40B4-BE49-F238E27FC236}">
                  <a16:creationId xmlns:a16="http://schemas.microsoft.com/office/drawing/2014/main" id="{A9892F93-4546-3D4E-B74D-759D573B7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3213"/>
              <a:ext cx="75" cy="72"/>
            </a:xfrm>
            <a:custGeom>
              <a:avLst/>
              <a:gdLst>
                <a:gd name="T0" fmla="*/ 44 w 51"/>
                <a:gd name="T1" fmla="*/ 50 h 50"/>
                <a:gd name="T2" fmla="*/ 40 w 51"/>
                <a:gd name="T3" fmla="*/ 48 h 50"/>
                <a:gd name="T4" fmla="*/ 3 w 51"/>
                <a:gd name="T5" fmla="*/ 11 h 50"/>
                <a:gd name="T6" fmla="*/ 2 w 51"/>
                <a:gd name="T7" fmla="*/ 3 h 50"/>
                <a:gd name="T8" fmla="*/ 11 w 51"/>
                <a:gd name="T9" fmla="*/ 3 h 50"/>
                <a:gd name="T10" fmla="*/ 48 w 51"/>
                <a:gd name="T11" fmla="*/ 40 h 50"/>
                <a:gd name="T12" fmla="*/ 48 w 51"/>
                <a:gd name="T13" fmla="*/ 48 h 50"/>
                <a:gd name="T14" fmla="*/ 44 w 51"/>
                <a:gd name="T15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cubicBezTo>
                    <a:pt x="43" y="50"/>
                    <a:pt x="41" y="49"/>
                    <a:pt x="40" y="48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2"/>
                    <a:pt x="51" y="46"/>
                    <a:pt x="48" y="48"/>
                  </a:cubicBezTo>
                  <a:cubicBezTo>
                    <a:pt x="47" y="49"/>
                    <a:pt x="46" y="50"/>
                    <a:pt x="44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5" name="Freeform 153">
              <a:extLst>
                <a:ext uri="{FF2B5EF4-FFF2-40B4-BE49-F238E27FC236}">
                  <a16:creationId xmlns:a16="http://schemas.microsoft.com/office/drawing/2014/main" id="{FC0B3E8E-2558-BE41-ADEB-7D5023F6B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155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6" name="Freeform 154">
              <a:extLst>
                <a:ext uri="{FF2B5EF4-FFF2-40B4-BE49-F238E27FC236}">
                  <a16:creationId xmlns:a16="http://schemas.microsoft.com/office/drawing/2014/main" id="{AF5CD9F4-8D4C-B94E-A070-7BA0E2494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3457"/>
              <a:ext cx="56" cy="55"/>
            </a:xfrm>
            <a:custGeom>
              <a:avLst/>
              <a:gdLst>
                <a:gd name="T0" fmla="*/ 6 w 38"/>
                <a:gd name="T1" fmla="*/ 38 h 38"/>
                <a:gd name="T2" fmla="*/ 2 w 38"/>
                <a:gd name="T3" fmla="*/ 36 h 38"/>
                <a:gd name="T4" fmla="*/ 2 w 38"/>
                <a:gd name="T5" fmla="*/ 28 h 38"/>
                <a:gd name="T6" fmla="*/ 27 w 38"/>
                <a:gd name="T7" fmla="*/ 2 h 38"/>
                <a:gd name="T8" fmla="*/ 36 w 38"/>
                <a:gd name="T9" fmla="*/ 2 h 38"/>
                <a:gd name="T10" fmla="*/ 36 w 38"/>
                <a:gd name="T11" fmla="*/ 11 h 38"/>
                <a:gd name="T12" fmla="*/ 10 w 38"/>
                <a:gd name="T13" fmla="*/ 36 h 38"/>
                <a:gd name="T14" fmla="*/ 6 w 38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6" y="38"/>
                  </a:moveTo>
                  <a:cubicBezTo>
                    <a:pt x="5" y="38"/>
                    <a:pt x="3" y="37"/>
                    <a:pt x="2" y="36"/>
                  </a:cubicBezTo>
                  <a:cubicBezTo>
                    <a:pt x="0" y="34"/>
                    <a:pt x="0" y="30"/>
                    <a:pt x="2" y="2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3" y="0"/>
                    <a:pt x="36" y="2"/>
                  </a:cubicBezTo>
                  <a:cubicBezTo>
                    <a:pt x="38" y="4"/>
                    <a:pt x="38" y="8"/>
                    <a:pt x="36" y="11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7"/>
                    <a:pt x="8" y="38"/>
                    <a:pt x="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7" name="Freeform 155">
              <a:extLst>
                <a:ext uri="{FF2B5EF4-FFF2-40B4-BE49-F238E27FC236}">
                  <a16:creationId xmlns:a16="http://schemas.microsoft.com/office/drawing/2014/main" id="{B1B15CB0-A7E5-BC4F-A0BC-F0DE234CC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485"/>
              <a:ext cx="89" cy="86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8" name="Freeform 156">
              <a:extLst>
                <a:ext uri="{FF2B5EF4-FFF2-40B4-BE49-F238E27FC236}">
                  <a16:creationId xmlns:a16="http://schemas.microsoft.com/office/drawing/2014/main" id="{67AB54EA-1D00-BA41-A554-14265C9BA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46"/>
              <a:ext cx="72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9" name="Freeform 157">
              <a:extLst>
                <a:ext uri="{FF2B5EF4-FFF2-40B4-BE49-F238E27FC236}">
                  <a16:creationId xmlns:a16="http://schemas.microsoft.com/office/drawing/2014/main" id="{7CFDB85D-494A-024F-86F2-B6983F221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8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0" name="Freeform 158">
              <a:extLst>
                <a:ext uri="{FF2B5EF4-FFF2-40B4-BE49-F238E27FC236}">
                  <a16:creationId xmlns:a16="http://schemas.microsoft.com/office/drawing/2014/main" id="{29B1044C-E2D2-6641-83C4-F6039E8C3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3346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2"/>
                    <a:pt x="48" y="6"/>
                  </a:cubicBezTo>
                  <a:cubicBezTo>
                    <a:pt x="48" y="9"/>
                    <a:pt x="45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1" name="Freeform 159">
              <a:extLst>
                <a:ext uri="{FF2B5EF4-FFF2-40B4-BE49-F238E27FC236}">
                  <a16:creationId xmlns:a16="http://schemas.microsoft.com/office/drawing/2014/main" id="{D04495BF-6265-7A4F-9624-AF37EE9A7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60" y="3311"/>
              <a:ext cx="89" cy="87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47" y="0"/>
                    <a:pt x="60" y="13"/>
                    <a:pt x="60" y="30"/>
                  </a:cubicBezTo>
                  <a:cubicBezTo>
                    <a:pt x="60" y="46"/>
                    <a:pt x="47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2" name="Oval 160">
              <a:extLst>
                <a:ext uri="{FF2B5EF4-FFF2-40B4-BE49-F238E27FC236}">
                  <a16:creationId xmlns:a16="http://schemas.microsoft.com/office/drawing/2014/main" id="{0DCD1D92-34C0-2940-9188-97E05488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3434"/>
              <a:ext cx="29" cy="2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83" name="Freeform 161">
              <a:extLst>
                <a:ext uri="{FF2B5EF4-FFF2-40B4-BE49-F238E27FC236}">
                  <a16:creationId xmlns:a16="http://schemas.microsoft.com/office/drawing/2014/main" id="{7619177A-DB0B-F247-9FF6-F0476A03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3275"/>
              <a:ext cx="107" cy="146"/>
            </a:xfrm>
            <a:custGeom>
              <a:avLst/>
              <a:gdLst>
                <a:gd name="T0" fmla="*/ 36 w 72"/>
                <a:gd name="T1" fmla="*/ 101 h 101"/>
                <a:gd name="T2" fmla="*/ 30 w 72"/>
                <a:gd name="T3" fmla="*/ 95 h 101"/>
                <a:gd name="T4" fmla="*/ 30 w 72"/>
                <a:gd name="T5" fmla="*/ 65 h 101"/>
                <a:gd name="T6" fmla="*/ 36 w 72"/>
                <a:gd name="T7" fmla="*/ 59 h 101"/>
                <a:gd name="T8" fmla="*/ 60 w 72"/>
                <a:gd name="T9" fmla="*/ 36 h 101"/>
                <a:gd name="T10" fmla="*/ 36 w 72"/>
                <a:gd name="T11" fmla="*/ 12 h 101"/>
                <a:gd name="T12" fmla="*/ 12 w 72"/>
                <a:gd name="T13" fmla="*/ 36 h 101"/>
                <a:gd name="T14" fmla="*/ 6 w 72"/>
                <a:gd name="T15" fmla="*/ 42 h 101"/>
                <a:gd name="T16" fmla="*/ 0 w 72"/>
                <a:gd name="T17" fmla="*/ 36 h 101"/>
                <a:gd name="T18" fmla="*/ 36 w 72"/>
                <a:gd name="T19" fmla="*/ 0 h 101"/>
                <a:gd name="T20" fmla="*/ 72 w 72"/>
                <a:gd name="T21" fmla="*/ 36 h 101"/>
                <a:gd name="T22" fmla="*/ 42 w 72"/>
                <a:gd name="T23" fmla="*/ 71 h 101"/>
                <a:gd name="T24" fmla="*/ 42 w 72"/>
                <a:gd name="T25" fmla="*/ 95 h 101"/>
                <a:gd name="T26" fmla="*/ 36 w 72"/>
                <a:gd name="T2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2" h="101">
                  <a:moveTo>
                    <a:pt x="36" y="101"/>
                  </a:moveTo>
                  <a:cubicBezTo>
                    <a:pt x="33" y="101"/>
                    <a:pt x="30" y="99"/>
                    <a:pt x="30" y="9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2"/>
                    <a:pt x="33" y="59"/>
                    <a:pt x="36" y="59"/>
                  </a:cubicBezTo>
                  <a:cubicBezTo>
                    <a:pt x="49" y="59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ubicBezTo>
                    <a:pt x="23" y="12"/>
                    <a:pt x="12" y="23"/>
                    <a:pt x="12" y="36"/>
                  </a:cubicBezTo>
                  <a:cubicBezTo>
                    <a:pt x="12" y="39"/>
                    <a:pt x="10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3"/>
                    <a:pt x="59" y="68"/>
                    <a:pt x="42" y="71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2" y="99"/>
                    <a:pt x="39" y="101"/>
                    <a:pt x="36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85" name="Group 98">
            <a:extLst>
              <a:ext uri="{FF2B5EF4-FFF2-40B4-BE49-F238E27FC236}">
                <a16:creationId xmlns:a16="http://schemas.microsoft.com/office/drawing/2014/main" id="{7C33E39D-1B8D-8E4E-9D4F-DA8DD65CA1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23794" y="4324704"/>
            <a:ext cx="503382" cy="466750"/>
            <a:chOff x="348" y="3011"/>
            <a:chExt cx="426" cy="395"/>
          </a:xfrm>
          <a:solidFill>
            <a:schemeClr val="accent1"/>
          </a:solidFill>
        </p:grpSpPr>
        <p:sp>
          <p:nvSpPr>
            <p:cNvPr id="186" name="Freeform 99">
              <a:extLst>
                <a:ext uri="{FF2B5EF4-FFF2-40B4-BE49-F238E27FC236}">
                  <a16:creationId xmlns:a16="http://schemas.microsoft.com/office/drawing/2014/main" id="{AD8832E6-74B8-124A-AD34-263F9478B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3011"/>
              <a:ext cx="426" cy="395"/>
            </a:xfrm>
            <a:custGeom>
              <a:avLst/>
              <a:gdLst>
                <a:gd name="T0" fmla="*/ 16 w 288"/>
                <a:gd name="T1" fmla="*/ 267 h 267"/>
                <a:gd name="T2" fmla="*/ 12 w 288"/>
                <a:gd name="T3" fmla="*/ 265 h 267"/>
                <a:gd name="T4" fmla="*/ 11 w 288"/>
                <a:gd name="T5" fmla="*/ 258 h 267"/>
                <a:gd name="T6" fmla="*/ 40 w 288"/>
                <a:gd name="T7" fmla="*/ 201 h 267"/>
                <a:gd name="T8" fmla="*/ 0 w 288"/>
                <a:gd name="T9" fmla="*/ 119 h 267"/>
                <a:gd name="T10" fmla="*/ 144 w 288"/>
                <a:gd name="T11" fmla="*/ 0 h 267"/>
                <a:gd name="T12" fmla="*/ 288 w 288"/>
                <a:gd name="T13" fmla="*/ 119 h 267"/>
                <a:gd name="T14" fmla="*/ 144 w 288"/>
                <a:gd name="T15" fmla="*/ 237 h 267"/>
                <a:gd name="T16" fmla="*/ 96 w 288"/>
                <a:gd name="T17" fmla="*/ 231 h 267"/>
                <a:gd name="T18" fmla="*/ 19 w 288"/>
                <a:gd name="T19" fmla="*/ 267 h 267"/>
                <a:gd name="T20" fmla="*/ 16 w 288"/>
                <a:gd name="T21" fmla="*/ 267 h 267"/>
                <a:gd name="T22" fmla="*/ 144 w 288"/>
                <a:gd name="T23" fmla="*/ 12 h 267"/>
                <a:gd name="T24" fmla="*/ 12 w 288"/>
                <a:gd name="T25" fmla="*/ 119 h 267"/>
                <a:gd name="T26" fmla="*/ 51 w 288"/>
                <a:gd name="T27" fmla="*/ 194 h 267"/>
                <a:gd name="T28" fmla="*/ 52 w 288"/>
                <a:gd name="T29" fmla="*/ 202 h 267"/>
                <a:gd name="T30" fmla="*/ 29 w 288"/>
                <a:gd name="T31" fmla="*/ 248 h 267"/>
                <a:gd name="T32" fmla="*/ 93 w 288"/>
                <a:gd name="T33" fmla="*/ 219 h 267"/>
                <a:gd name="T34" fmla="*/ 97 w 288"/>
                <a:gd name="T35" fmla="*/ 218 h 267"/>
                <a:gd name="T36" fmla="*/ 144 w 288"/>
                <a:gd name="T37" fmla="*/ 225 h 267"/>
                <a:gd name="T38" fmla="*/ 276 w 288"/>
                <a:gd name="T39" fmla="*/ 119 h 267"/>
                <a:gd name="T40" fmla="*/ 144 w 288"/>
                <a:gd name="T41" fmla="*/ 1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8" h="267">
                  <a:moveTo>
                    <a:pt x="16" y="267"/>
                  </a:moveTo>
                  <a:cubicBezTo>
                    <a:pt x="14" y="267"/>
                    <a:pt x="13" y="267"/>
                    <a:pt x="12" y="265"/>
                  </a:cubicBezTo>
                  <a:cubicBezTo>
                    <a:pt x="10" y="263"/>
                    <a:pt x="9" y="261"/>
                    <a:pt x="11" y="258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3"/>
                    <a:pt x="64" y="0"/>
                    <a:pt x="144" y="0"/>
                  </a:cubicBezTo>
                  <a:cubicBezTo>
                    <a:pt x="223" y="0"/>
                    <a:pt x="288" y="53"/>
                    <a:pt x="288" y="119"/>
                  </a:cubicBezTo>
                  <a:cubicBezTo>
                    <a:pt x="288" y="184"/>
                    <a:pt x="223" y="237"/>
                    <a:pt x="144" y="237"/>
                  </a:cubicBezTo>
                  <a:cubicBezTo>
                    <a:pt x="127" y="237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7"/>
                    <a:pt x="26" y="174"/>
                    <a:pt x="51" y="194"/>
                  </a:cubicBezTo>
                  <a:cubicBezTo>
                    <a:pt x="53" y="196"/>
                    <a:pt x="54" y="199"/>
                    <a:pt x="52" y="202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8"/>
                  </a:cubicBezTo>
                  <a:cubicBezTo>
                    <a:pt x="112" y="223"/>
                    <a:pt x="128" y="225"/>
                    <a:pt x="144" y="225"/>
                  </a:cubicBezTo>
                  <a:cubicBezTo>
                    <a:pt x="216" y="225"/>
                    <a:pt x="276" y="178"/>
                    <a:pt x="276" y="119"/>
                  </a:cubicBezTo>
                  <a:cubicBezTo>
                    <a:pt x="276" y="60"/>
                    <a:pt x="216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7" name="Freeform 100">
              <a:extLst>
                <a:ext uri="{FF2B5EF4-FFF2-40B4-BE49-F238E27FC236}">
                  <a16:creationId xmlns:a16="http://schemas.microsoft.com/office/drawing/2014/main" id="{8A44DBE0-E9B2-D848-B6E3-CCE472D44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092"/>
              <a:ext cx="124" cy="145"/>
            </a:xfrm>
            <a:custGeom>
              <a:avLst/>
              <a:gdLst>
                <a:gd name="T0" fmla="*/ 42 w 84"/>
                <a:gd name="T1" fmla="*/ 98 h 98"/>
                <a:gd name="T2" fmla="*/ 36 w 84"/>
                <a:gd name="T3" fmla="*/ 92 h 98"/>
                <a:gd name="T4" fmla="*/ 36 w 84"/>
                <a:gd name="T5" fmla="*/ 77 h 98"/>
                <a:gd name="T6" fmla="*/ 42 w 84"/>
                <a:gd name="T7" fmla="*/ 71 h 98"/>
                <a:gd name="T8" fmla="*/ 72 w 84"/>
                <a:gd name="T9" fmla="*/ 42 h 98"/>
                <a:gd name="T10" fmla="*/ 42 w 84"/>
                <a:gd name="T11" fmla="*/ 12 h 98"/>
                <a:gd name="T12" fmla="*/ 12 w 84"/>
                <a:gd name="T13" fmla="*/ 43 h 98"/>
                <a:gd name="T14" fmla="*/ 6 w 84"/>
                <a:gd name="T15" fmla="*/ 49 h 98"/>
                <a:gd name="T16" fmla="*/ 0 w 84"/>
                <a:gd name="T17" fmla="*/ 43 h 98"/>
                <a:gd name="T18" fmla="*/ 42 w 84"/>
                <a:gd name="T19" fmla="*/ 0 h 98"/>
                <a:gd name="T20" fmla="*/ 84 w 84"/>
                <a:gd name="T21" fmla="*/ 42 h 98"/>
                <a:gd name="T22" fmla="*/ 48 w 84"/>
                <a:gd name="T23" fmla="*/ 83 h 98"/>
                <a:gd name="T24" fmla="*/ 48 w 84"/>
                <a:gd name="T25" fmla="*/ 92 h 98"/>
                <a:gd name="T26" fmla="*/ 42 w 84"/>
                <a:gd name="T27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98">
                  <a:moveTo>
                    <a:pt x="42" y="98"/>
                  </a:moveTo>
                  <a:cubicBezTo>
                    <a:pt x="38" y="98"/>
                    <a:pt x="36" y="95"/>
                    <a:pt x="36" y="92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6" y="74"/>
                    <a:pt x="38" y="71"/>
                    <a:pt x="42" y="71"/>
                  </a:cubicBezTo>
                  <a:cubicBezTo>
                    <a:pt x="58" y="71"/>
                    <a:pt x="72" y="58"/>
                    <a:pt x="72" y="42"/>
                  </a:cubicBezTo>
                  <a:cubicBezTo>
                    <a:pt x="72" y="25"/>
                    <a:pt x="58" y="12"/>
                    <a:pt x="42" y="12"/>
                  </a:cubicBezTo>
                  <a:cubicBezTo>
                    <a:pt x="25" y="12"/>
                    <a:pt x="12" y="26"/>
                    <a:pt x="12" y="43"/>
                  </a:cubicBezTo>
                  <a:cubicBezTo>
                    <a:pt x="12" y="46"/>
                    <a:pt x="9" y="49"/>
                    <a:pt x="6" y="49"/>
                  </a:cubicBezTo>
                  <a:cubicBezTo>
                    <a:pt x="2" y="49"/>
                    <a:pt x="0" y="46"/>
                    <a:pt x="0" y="43"/>
                  </a:cubicBezTo>
                  <a:cubicBezTo>
                    <a:pt x="0" y="19"/>
                    <a:pt x="18" y="0"/>
                    <a:pt x="42" y="0"/>
                  </a:cubicBezTo>
                  <a:cubicBezTo>
                    <a:pt x="65" y="0"/>
                    <a:pt x="84" y="19"/>
                    <a:pt x="84" y="42"/>
                  </a:cubicBezTo>
                  <a:cubicBezTo>
                    <a:pt x="84" y="62"/>
                    <a:pt x="68" y="80"/>
                    <a:pt x="48" y="83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95"/>
                    <a:pt x="45" y="98"/>
                    <a:pt x="42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88" name="Oval 101">
              <a:extLst>
                <a:ext uri="{FF2B5EF4-FFF2-40B4-BE49-F238E27FC236}">
                  <a16:creationId xmlns:a16="http://schemas.microsoft.com/office/drawing/2014/main" id="{AC4C9687-F04A-6D47-9FC0-46BA1393F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" y="3250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189" name="Group 133">
            <a:extLst>
              <a:ext uri="{FF2B5EF4-FFF2-40B4-BE49-F238E27FC236}">
                <a16:creationId xmlns:a16="http://schemas.microsoft.com/office/drawing/2014/main" id="{E59F227F-CDAA-2645-BBA5-7162A1A03A9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69996" y="4304038"/>
            <a:ext cx="508082" cy="508082"/>
            <a:chOff x="5508" y="2995"/>
            <a:chExt cx="427" cy="427"/>
          </a:xfrm>
          <a:solidFill>
            <a:schemeClr val="accent1"/>
          </a:solidFill>
        </p:grpSpPr>
        <p:sp>
          <p:nvSpPr>
            <p:cNvPr id="190" name="Freeform 134">
              <a:extLst>
                <a:ext uri="{FF2B5EF4-FFF2-40B4-BE49-F238E27FC236}">
                  <a16:creationId xmlns:a16="http://schemas.microsoft.com/office/drawing/2014/main" id="{B7172BEF-887A-9048-B469-007E20F8B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" y="2995"/>
              <a:ext cx="285" cy="249"/>
            </a:xfrm>
            <a:custGeom>
              <a:avLst/>
              <a:gdLst>
                <a:gd name="T0" fmla="*/ 90 w 192"/>
                <a:gd name="T1" fmla="*/ 168 h 168"/>
                <a:gd name="T2" fmla="*/ 87 w 192"/>
                <a:gd name="T3" fmla="*/ 168 h 168"/>
                <a:gd name="T4" fmla="*/ 84 w 192"/>
                <a:gd name="T5" fmla="*/ 162 h 168"/>
                <a:gd name="T6" fmla="*/ 84 w 192"/>
                <a:gd name="T7" fmla="*/ 120 h 168"/>
                <a:gd name="T8" fmla="*/ 72 w 192"/>
                <a:gd name="T9" fmla="*/ 120 h 168"/>
                <a:gd name="T10" fmla="*/ 72 w 192"/>
                <a:gd name="T11" fmla="*/ 108 h 168"/>
                <a:gd name="T12" fmla="*/ 90 w 192"/>
                <a:gd name="T13" fmla="*/ 108 h 168"/>
                <a:gd name="T14" fmla="*/ 96 w 192"/>
                <a:gd name="T15" fmla="*/ 114 h 168"/>
                <a:gd name="T16" fmla="*/ 96 w 192"/>
                <a:gd name="T17" fmla="*/ 148 h 168"/>
                <a:gd name="T18" fmla="*/ 138 w 192"/>
                <a:gd name="T19" fmla="*/ 110 h 168"/>
                <a:gd name="T20" fmla="*/ 142 w 192"/>
                <a:gd name="T21" fmla="*/ 108 h 168"/>
                <a:gd name="T22" fmla="*/ 180 w 192"/>
                <a:gd name="T23" fmla="*/ 108 h 168"/>
                <a:gd name="T24" fmla="*/ 180 w 192"/>
                <a:gd name="T25" fmla="*/ 12 h 168"/>
                <a:gd name="T26" fmla="*/ 12 w 192"/>
                <a:gd name="T27" fmla="*/ 12 h 168"/>
                <a:gd name="T28" fmla="*/ 12 w 192"/>
                <a:gd name="T29" fmla="*/ 54 h 168"/>
                <a:gd name="T30" fmla="*/ 0 w 192"/>
                <a:gd name="T31" fmla="*/ 54 h 168"/>
                <a:gd name="T32" fmla="*/ 0 w 192"/>
                <a:gd name="T33" fmla="*/ 6 h 168"/>
                <a:gd name="T34" fmla="*/ 6 w 192"/>
                <a:gd name="T35" fmla="*/ 0 h 168"/>
                <a:gd name="T36" fmla="*/ 186 w 192"/>
                <a:gd name="T37" fmla="*/ 0 h 168"/>
                <a:gd name="T38" fmla="*/ 192 w 192"/>
                <a:gd name="T39" fmla="*/ 6 h 168"/>
                <a:gd name="T40" fmla="*/ 192 w 192"/>
                <a:gd name="T41" fmla="*/ 114 h 168"/>
                <a:gd name="T42" fmla="*/ 186 w 192"/>
                <a:gd name="T43" fmla="*/ 120 h 168"/>
                <a:gd name="T44" fmla="*/ 144 w 192"/>
                <a:gd name="T45" fmla="*/ 120 h 168"/>
                <a:gd name="T46" fmla="*/ 94 w 192"/>
                <a:gd name="T47" fmla="*/ 166 h 168"/>
                <a:gd name="T48" fmla="*/ 90 w 192"/>
                <a:gd name="T49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2" h="168">
                  <a:moveTo>
                    <a:pt x="90" y="168"/>
                  </a:moveTo>
                  <a:cubicBezTo>
                    <a:pt x="89" y="168"/>
                    <a:pt x="88" y="168"/>
                    <a:pt x="87" y="168"/>
                  </a:cubicBezTo>
                  <a:cubicBezTo>
                    <a:pt x="85" y="167"/>
                    <a:pt x="84" y="164"/>
                    <a:pt x="84" y="162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3" y="108"/>
                    <a:pt x="96" y="111"/>
                    <a:pt x="96" y="114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9" y="109"/>
                    <a:pt x="140" y="108"/>
                    <a:pt x="142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2"/>
                    <a:pt x="180" y="12"/>
                    <a:pt x="18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7"/>
                    <a:pt x="189" y="120"/>
                    <a:pt x="186" y="120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94" y="166"/>
                    <a:pt x="94" y="166"/>
                    <a:pt x="94" y="166"/>
                  </a:cubicBezTo>
                  <a:cubicBezTo>
                    <a:pt x="93" y="167"/>
                    <a:pt x="91" y="168"/>
                    <a:pt x="90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1" name="Rectangle 135">
              <a:extLst>
                <a:ext uri="{FF2B5EF4-FFF2-40B4-BE49-F238E27FC236}">
                  <a16:creationId xmlns:a16="http://schemas.microsoft.com/office/drawing/2014/main" id="{1FB3B654-0FC6-174C-A116-B31706E9D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2" name="Rectangle 136">
              <a:extLst>
                <a:ext uri="{FF2B5EF4-FFF2-40B4-BE49-F238E27FC236}">
                  <a16:creationId xmlns:a16="http://schemas.microsoft.com/office/drawing/2014/main" id="{9946ABE7-23E6-9B4E-B0D7-4ECCCED3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3084"/>
              <a:ext cx="1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3" name="Rectangle 137">
              <a:extLst>
                <a:ext uri="{FF2B5EF4-FFF2-40B4-BE49-F238E27FC236}">
                  <a16:creationId xmlns:a16="http://schemas.microsoft.com/office/drawing/2014/main" id="{39F0F16D-8FEF-344E-AADA-A92E5B937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" y="308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94" name="Freeform 138">
              <a:extLst>
                <a:ext uri="{FF2B5EF4-FFF2-40B4-BE49-F238E27FC236}">
                  <a16:creationId xmlns:a16="http://schemas.microsoft.com/office/drawing/2014/main" id="{FDA36911-8FD6-754B-8C4F-BF81FB344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8" y="3120"/>
              <a:ext cx="285" cy="302"/>
            </a:xfrm>
            <a:custGeom>
              <a:avLst/>
              <a:gdLst>
                <a:gd name="T0" fmla="*/ 186 w 192"/>
                <a:gd name="T1" fmla="*/ 204 h 204"/>
                <a:gd name="T2" fmla="*/ 6 w 192"/>
                <a:gd name="T3" fmla="*/ 204 h 204"/>
                <a:gd name="T4" fmla="*/ 0 w 192"/>
                <a:gd name="T5" fmla="*/ 198 h 204"/>
                <a:gd name="T6" fmla="*/ 0 w 192"/>
                <a:gd name="T7" fmla="*/ 168 h 204"/>
                <a:gd name="T8" fmla="*/ 25 w 192"/>
                <a:gd name="T9" fmla="*/ 147 h 204"/>
                <a:gd name="T10" fmla="*/ 66 w 192"/>
                <a:gd name="T11" fmla="*/ 128 h 204"/>
                <a:gd name="T12" fmla="*/ 66 w 192"/>
                <a:gd name="T13" fmla="*/ 111 h 204"/>
                <a:gd name="T14" fmla="*/ 54 w 192"/>
                <a:gd name="T15" fmla="*/ 83 h 204"/>
                <a:gd name="T16" fmla="*/ 45 w 192"/>
                <a:gd name="T17" fmla="*/ 66 h 204"/>
                <a:gd name="T18" fmla="*/ 52 w 192"/>
                <a:gd name="T19" fmla="*/ 50 h 204"/>
                <a:gd name="T20" fmla="*/ 49 w 192"/>
                <a:gd name="T21" fmla="*/ 22 h 204"/>
                <a:gd name="T22" fmla="*/ 61 w 192"/>
                <a:gd name="T23" fmla="*/ 18 h 204"/>
                <a:gd name="T24" fmla="*/ 101 w 192"/>
                <a:gd name="T25" fmla="*/ 0 h 204"/>
                <a:gd name="T26" fmla="*/ 142 w 192"/>
                <a:gd name="T27" fmla="*/ 23 h 204"/>
                <a:gd name="T28" fmla="*/ 139 w 192"/>
                <a:gd name="T29" fmla="*/ 51 h 204"/>
                <a:gd name="T30" fmla="*/ 142 w 192"/>
                <a:gd name="T31" fmla="*/ 54 h 204"/>
                <a:gd name="T32" fmla="*/ 144 w 192"/>
                <a:gd name="T33" fmla="*/ 65 h 204"/>
                <a:gd name="T34" fmla="*/ 137 w 192"/>
                <a:gd name="T35" fmla="*/ 82 h 204"/>
                <a:gd name="T36" fmla="*/ 126 w 192"/>
                <a:gd name="T37" fmla="*/ 111 h 204"/>
                <a:gd name="T38" fmla="*/ 126 w 192"/>
                <a:gd name="T39" fmla="*/ 128 h 204"/>
                <a:gd name="T40" fmla="*/ 167 w 192"/>
                <a:gd name="T41" fmla="*/ 147 h 204"/>
                <a:gd name="T42" fmla="*/ 192 w 192"/>
                <a:gd name="T43" fmla="*/ 168 h 204"/>
                <a:gd name="T44" fmla="*/ 192 w 192"/>
                <a:gd name="T45" fmla="*/ 198 h 204"/>
                <a:gd name="T46" fmla="*/ 186 w 192"/>
                <a:gd name="T47" fmla="*/ 204 h 204"/>
                <a:gd name="T48" fmla="*/ 12 w 192"/>
                <a:gd name="T49" fmla="*/ 192 h 204"/>
                <a:gd name="T50" fmla="*/ 180 w 192"/>
                <a:gd name="T51" fmla="*/ 192 h 204"/>
                <a:gd name="T52" fmla="*/ 180 w 192"/>
                <a:gd name="T53" fmla="*/ 169 h 204"/>
                <a:gd name="T54" fmla="*/ 118 w 192"/>
                <a:gd name="T55" fmla="*/ 138 h 204"/>
                <a:gd name="T56" fmla="*/ 114 w 192"/>
                <a:gd name="T57" fmla="*/ 132 h 204"/>
                <a:gd name="T58" fmla="*/ 114 w 192"/>
                <a:gd name="T59" fmla="*/ 108 h 204"/>
                <a:gd name="T60" fmla="*/ 118 w 192"/>
                <a:gd name="T61" fmla="*/ 102 h 204"/>
                <a:gd name="T62" fmla="*/ 118 w 192"/>
                <a:gd name="T63" fmla="*/ 102 h 204"/>
                <a:gd name="T64" fmla="*/ 125 w 192"/>
                <a:gd name="T65" fmla="*/ 78 h 204"/>
                <a:gd name="T66" fmla="*/ 130 w 192"/>
                <a:gd name="T67" fmla="*/ 72 h 204"/>
                <a:gd name="T68" fmla="*/ 132 w 192"/>
                <a:gd name="T69" fmla="*/ 61 h 204"/>
                <a:gd name="T70" fmla="*/ 131 w 192"/>
                <a:gd name="T71" fmla="*/ 60 h 204"/>
                <a:gd name="T72" fmla="*/ 125 w 192"/>
                <a:gd name="T73" fmla="*/ 54 h 204"/>
                <a:gd name="T74" fmla="*/ 127 w 192"/>
                <a:gd name="T75" fmla="*/ 48 h 204"/>
                <a:gd name="T76" fmla="*/ 130 w 192"/>
                <a:gd name="T77" fmla="*/ 25 h 204"/>
                <a:gd name="T78" fmla="*/ 101 w 192"/>
                <a:gd name="T79" fmla="*/ 12 h 204"/>
                <a:gd name="T80" fmla="*/ 71 w 192"/>
                <a:gd name="T81" fmla="*/ 25 h 204"/>
                <a:gd name="T82" fmla="*/ 64 w 192"/>
                <a:gd name="T83" fmla="*/ 30 h 204"/>
                <a:gd name="T84" fmla="*/ 58 w 192"/>
                <a:gd name="T85" fmla="*/ 30 h 204"/>
                <a:gd name="T86" fmla="*/ 63 w 192"/>
                <a:gd name="T87" fmla="*/ 46 h 204"/>
                <a:gd name="T88" fmla="*/ 66 w 192"/>
                <a:gd name="T89" fmla="*/ 54 h 204"/>
                <a:gd name="T90" fmla="*/ 60 w 192"/>
                <a:gd name="T91" fmla="*/ 60 h 204"/>
                <a:gd name="T92" fmla="*/ 57 w 192"/>
                <a:gd name="T93" fmla="*/ 66 h 204"/>
                <a:gd name="T94" fmla="*/ 60 w 192"/>
                <a:gd name="T95" fmla="*/ 72 h 204"/>
                <a:gd name="T96" fmla="*/ 66 w 192"/>
                <a:gd name="T97" fmla="*/ 78 h 204"/>
                <a:gd name="T98" fmla="*/ 74 w 192"/>
                <a:gd name="T99" fmla="*/ 102 h 204"/>
                <a:gd name="T100" fmla="*/ 78 w 192"/>
                <a:gd name="T101" fmla="*/ 108 h 204"/>
                <a:gd name="T102" fmla="*/ 78 w 192"/>
                <a:gd name="T103" fmla="*/ 132 h 204"/>
                <a:gd name="T104" fmla="*/ 74 w 192"/>
                <a:gd name="T105" fmla="*/ 138 h 204"/>
                <a:gd name="T106" fmla="*/ 12 w 192"/>
                <a:gd name="T107" fmla="*/ 169 h 204"/>
                <a:gd name="T108" fmla="*/ 12 w 192"/>
                <a:gd name="T109" fmla="*/ 19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2" h="204">
                  <a:moveTo>
                    <a:pt x="186" y="204"/>
                  </a:move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168"/>
                    <a:pt x="0" y="168"/>
                    <a:pt x="0" y="168"/>
                  </a:cubicBezTo>
                  <a:cubicBezTo>
                    <a:pt x="0" y="164"/>
                    <a:pt x="2" y="159"/>
                    <a:pt x="25" y="147"/>
                  </a:cubicBezTo>
                  <a:cubicBezTo>
                    <a:pt x="36" y="141"/>
                    <a:pt x="51" y="134"/>
                    <a:pt x="66" y="128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1" y="108"/>
                    <a:pt x="55" y="100"/>
                    <a:pt x="54" y="83"/>
                  </a:cubicBezTo>
                  <a:cubicBezTo>
                    <a:pt x="48" y="80"/>
                    <a:pt x="45" y="74"/>
                    <a:pt x="45" y="66"/>
                  </a:cubicBezTo>
                  <a:cubicBezTo>
                    <a:pt x="45" y="59"/>
                    <a:pt x="48" y="53"/>
                    <a:pt x="52" y="50"/>
                  </a:cubicBezTo>
                  <a:cubicBezTo>
                    <a:pt x="48" y="42"/>
                    <a:pt x="43" y="30"/>
                    <a:pt x="49" y="22"/>
                  </a:cubicBezTo>
                  <a:cubicBezTo>
                    <a:pt x="52" y="19"/>
                    <a:pt x="56" y="17"/>
                    <a:pt x="61" y="18"/>
                  </a:cubicBezTo>
                  <a:cubicBezTo>
                    <a:pt x="68" y="5"/>
                    <a:pt x="86" y="0"/>
                    <a:pt x="101" y="0"/>
                  </a:cubicBezTo>
                  <a:cubicBezTo>
                    <a:pt x="117" y="0"/>
                    <a:pt x="138" y="6"/>
                    <a:pt x="142" y="23"/>
                  </a:cubicBezTo>
                  <a:cubicBezTo>
                    <a:pt x="145" y="34"/>
                    <a:pt x="141" y="44"/>
                    <a:pt x="139" y="51"/>
                  </a:cubicBezTo>
                  <a:cubicBezTo>
                    <a:pt x="140" y="52"/>
                    <a:pt x="141" y="53"/>
                    <a:pt x="142" y="54"/>
                  </a:cubicBezTo>
                  <a:cubicBezTo>
                    <a:pt x="143" y="57"/>
                    <a:pt x="144" y="61"/>
                    <a:pt x="144" y="65"/>
                  </a:cubicBezTo>
                  <a:cubicBezTo>
                    <a:pt x="144" y="72"/>
                    <a:pt x="142" y="79"/>
                    <a:pt x="137" y="82"/>
                  </a:cubicBezTo>
                  <a:cubicBezTo>
                    <a:pt x="136" y="100"/>
                    <a:pt x="130" y="108"/>
                    <a:pt x="126" y="111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40" y="134"/>
                    <a:pt x="155" y="141"/>
                    <a:pt x="167" y="147"/>
                  </a:cubicBezTo>
                  <a:cubicBezTo>
                    <a:pt x="190" y="159"/>
                    <a:pt x="192" y="164"/>
                    <a:pt x="192" y="16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201"/>
                    <a:pt x="189" y="204"/>
                    <a:pt x="186" y="204"/>
                  </a:cubicBezTo>
                  <a:close/>
                  <a:moveTo>
                    <a:pt x="12" y="192"/>
                  </a:moveTo>
                  <a:cubicBezTo>
                    <a:pt x="180" y="192"/>
                    <a:pt x="180" y="192"/>
                    <a:pt x="180" y="192"/>
                  </a:cubicBezTo>
                  <a:cubicBezTo>
                    <a:pt x="180" y="169"/>
                    <a:pt x="180" y="169"/>
                    <a:pt x="180" y="169"/>
                  </a:cubicBezTo>
                  <a:cubicBezTo>
                    <a:pt x="175" y="164"/>
                    <a:pt x="149" y="150"/>
                    <a:pt x="118" y="138"/>
                  </a:cubicBezTo>
                  <a:cubicBezTo>
                    <a:pt x="115" y="137"/>
                    <a:pt x="114" y="134"/>
                    <a:pt x="114" y="132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4" y="106"/>
                    <a:pt x="115" y="103"/>
                    <a:pt x="118" y="102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118" y="102"/>
                    <a:pt x="125" y="98"/>
                    <a:pt x="125" y="78"/>
                  </a:cubicBezTo>
                  <a:cubicBezTo>
                    <a:pt x="125" y="75"/>
                    <a:pt x="127" y="72"/>
                    <a:pt x="130" y="72"/>
                  </a:cubicBezTo>
                  <a:cubicBezTo>
                    <a:pt x="132" y="71"/>
                    <a:pt x="133" y="65"/>
                    <a:pt x="132" y="61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27" y="60"/>
                    <a:pt x="125" y="57"/>
                    <a:pt x="125" y="54"/>
                  </a:cubicBezTo>
                  <a:cubicBezTo>
                    <a:pt x="125" y="52"/>
                    <a:pt x="125" y="51"/>
                    <a:pt x="127" y="48"/>
                  </a:cubicBezTo>
                  <a:cubicBezTo>
                    <a:pt x="129" y="43"/>
                    <a:pt x="133" y="34"/>
                    <a:pt x="130" y="25"/>
                  </a:cubicBezTo>
                  <a:cubicBezTo>
                    <a:pt x="128" y="17"/>
                    <a:pt x="114" y="12"/>
                    <a:pt x="101" y="12"/>
                  </a:cubicBezTo>
                  <a:cubicBezTo>
                    <a:pt x="87" y="12"/>
                    <a:pt x="73" y="17"/>
                    <a:pt x="71" y="25"/>
                  </a:cubicBezTo>
                  <a:cubicBezTo>
                    <a:pt x="70" y="29"/>
                    <a:pt x="67" y="31"/>
                    <a:pt x="64" y="30"/>
                  </a:cubicBezTo>
                  <a:cubicBezTo>
                    <a:pt x="60" y="29"/>
                    <a:pt x="58" y="30"/>
                    <a:pt x="58" y="30"/>
                  </a:cubicBezTo>
                  <a:cubicBezTo>
                    <a:pt x="58" y="31"/>
                    <a:pt x="58" y="35"/>
                    <a:pt x="63" y="46"/>
                  </a:cubicBezTo>
                  <a:cubicBezTo>
                    <a:pt x="65" y="50"/>
                    <a:pt x="66" y="52"/>
                    <a:pt x="66" y="54"/>
                  </a:cubicBezTo>
                  <a:cubicBezTo>
                    <a:pt x="66" y="57"/>
                    <a:pt x="63" y="60"/>
                    <a:pt x="60" y="60"/>
                  </a:cubicBezTo>
                  <a:cubicBezTo>
                    <a:pt x="58" y="60"/>
                    <a:pt x="57" y="64"/>
                    <a:pt x="57" y="66"/>
                  </a:cubicBezTo>
                  <a:cubicBezTo>
                    <a:pt x="57" y="69"/>
                    <a:pt x="58" y="72"/>
                    <a:pt x="60" y="72"/>
                  </a:cubicBezTo>
                  <a:cubicBezTo>
                    <a:pt x="63" y="72"/>
                    <a:pt x="66" y="75"/>
                    <a:pt x="66" y="78"/>
                  </a:cubicBezTo>
                  <a:cubicBezTo>
                    <a:pt x="66" y="98"/>
                    <a:pt x="74" y="102"/>
                    <a:pt x="74" y="102"/>
                  </a:cubicBezTo>
                  <a:cubicBezTo>
                    <a:pt x="76" y="103"/>
                    <a:pt x="78" y="105"/>
                    <a:pt x="78" y="108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4"/>
                    <a:pt x="76" y="137"/>
                    <a:pt x="74" y="138"/>
                  </a:cubicBezTo>
                  <a:cubicBezTo>
                    <a:pt x="43" y="150"/>
                    <a:pt x="16" y="164"/>
                    <a:pt x="12" y="169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0" name="Group 128">
            <a:extLst>
              <a:ext uri="{FF2B5EF4-FFF2-40B4-BE49-F238E27FC236}">
                <a16:creationId xmlns:a16="http://schemas.microsoft.com/office/drawing/2014/main" id="{22F35C7D-7426-D643-BA01-1D590EC1589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055661" y="4309988"/>
            <a:ext cx="506890" cy="496182"/>
            <a:chOff x="4478" y="2999"/>
            <a:chExt cx="426" cy="417"/>
          </a:xfrm>
          <a:solidFill>
            <a:schemeClr val="accent1"/>
          </a:solidFill>
        </p:grpSpPr>
        <p:sp>
          <p:nvSpPr>
            <p:cNvPr id="211" name="Freeform 129">
              <a:extLst>
                <a:ext uri="{FF2B5EF4-FFF2-40B4-BE49-F238E27FC236}">
                  <a16:creationId xmlns:a16="http://schemas.microsoft.com/office/drawing/2014/main" id="{EB8F390E-DD96-5545-9F4B-5D56F498E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2999"/>
              <a:ext cx="320" cy="293"/>
            </a:xfrm>
            <a:custGeom>
              <a:avLst/>
              <a:gdLst>
                <a:gd name="T0" fmla="*/ 12 w 216"/>
                <a:gd name="T1" fmla="*/ 198 h 198"/>
                <a:gd name="T2" fmla="*/ 7 w 216"/>
                <a:gd name="T3" fmla="*/ 196 h 198"/>
                <a:gd name="T4" fmla="*/ 6 w 216"/>
                <a:gd name="T5" fmla="*/ 189 h 198"/>
                <a:gd name="T6" fmla="*/ 28 w 216"/>
                <a:gd name="T7" fmla="*/ 151 h 198"/>
                <a:gd name="T8" fmla="*/ 0 w 216"/>
                <a:gd name="T9" fmla="*/ 89 h 198"/>
                <a:gd name="T10" fmla="*/ 108 w 216"/>
                <a:gd name="T11" fmla="*/ 0 h 198"/>
                <a:gd name="T12" fmla="*/ 216 w 216"/>
                <a:gd name="T13" fmla="*/ 89 h 198"/>
                <a:gd name="T14" fmla="*/ 204 w 216"/>
                <a:gd name="T15" fmla="*/ 89 h 198"/>
                <a:gd name="T16" fmla="*/ 108 w 216"/>
                <a:gd name="T17" fmla="*/ 12 h 198"/>
                <a:gd name="T18" fmla="*/ 12 w 216"/>
                <a:gd name="T19" fmla="*/ 89 h 198"/>
                <a:gd name="T20" fmla="*/ 39 w 216"/>
                <a:gd name="T21" fmla="*/ 145 h 198"/>
                <a:gd name="T22" fmla="*/ 41 w 216"/>
                <a:gd name="T23" fmla="*/ 153 h 198"/>
                <a:gd name="T24" fmla="*/ 25 w 216"/>
                <a:gd name="T25" fmla="*/ 180 h 198"/>
                <a:gd name="T26" fmla="*/ 69 w 216"/>
                <a:gd name="T27" fmla="*/ 162 h 198"/>
                <a:gd name="T28" fmla="*/ 73 w 216"/>
                <a:gd name="T29" fmla="*/ 162 h 198"/>
                <a:gd name="T30" fmla="*/ 90 w 216"/>
                <a:gd name="T31" fmla="*/ 166 h 198"/>
                <a:gd name="T32" fmla="*/ 88 w 216"/>
                <a:gd name="T33" fmla="*/ 178 h 198"/>
                <a:gd name="T34" fmla="*/ 72 w 216"/>
                <a:gd name="T35" fmla="*/ 174 h 198"/>
                <a:gd name="T36" fmla="*/ 14 w 216"/>
                <a:gd name="T37" fmla="*/ 198 h 198"/>
                <a:gd name="T38" fmla="*/ 12 w 216"/>
                <a:gd name="T39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6" h="198">
                  <a:moveTo>
                    <a:pt x="12" y="198"/>
                  </a:moveTo>
                  <a:cubicBezTo>
                    <a:pt x="10" y="198"/>
                    <a:pt x="8" y="197"/>
                    <a:pt x="7" y="196"/>
                  </a:cubicBezTo>
                  <a:cubicBezTo>
                    <a:pt x="5" y="194"/>
                    <a:pt x="5" y="191"/>
                    <a:pt x="6" y="189"/>
                  </a:cubicBezTo>
                  <a:cubicBezTo>
                    <a:pt x="28" y="151"/>
                    <a:pt x="28" y="151"/>
                    <a:pt x="28" y="151"/>
                  </a:cubicBezTo>
                  <a:cubicBezTo>
                    <a:pt x="10" y="135"/>
                    <a:pt x="0" y="113"/>
                    <a:pt x="0" y="89"/>
                  </a:cubicBezTo>
                  <a:cubicBezTo>
                    <a:pt x="0" y="40"/>
                    <a:pt x="48" y="0"/>
                    <a:pt x="108" y="0"/>
                  </a:cubicBezTo>
                  <a:cubicBezTo>
                    <a:pt x="167" y="0"/>
                    <a:pt x="216" y="40"/>
                    <a:pt x="216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4" y="47"/>
                    <a:pt x="161" y="12"/>
                    <a:pt x="108" y="12"/>
                  </a:cubicBezTo>
                  <a:cubicBezTo>
                    <a:pt x="55" y="12"/>
                    <a:pt x="12" y="47"/>
                    <a:pt x="12" y="89"/>
                  </a:cubicBezTo>
                  <a:cubicBezTo>
                    <a:pt x="12" y="111"/>
                    <a:pt x="22" y="131"/>
                    <a:pt x="39" y="145"/>
                  </a:cubicBezTo>
                  <a:cubicBezTo>
                    <a:pt x="42" y="147"/>
                    <a:pt x="42" y="150"/>
                    <a:pt x="41" y="153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69" y="162"/>
                    <a:pt x="69" y="162"/>
                    <a:pt x="69" y="162"/>
                  </a:cubicBezTo>
                  <a:cubicBezTo>
                    <a:pt x="71" y="162"/>
                    <a:pt x="72" y="162"/>
                    <a:pt x="73" y="162"/>
                  </a:cubicBezTo>
                  <a:cubicBezTo>
                    <a:pt x="79" y="164"/>
                    <a:pt x="84" y="165"/>
                    <a:pt x="90" y="166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3" y="177"/>
                    <a:pt x="77" y="176"/>
                    <a:pt x="72" y="174"/>
                  </a:cubicBezTo>
                  <a:cubicBezTo>
                    <a:pt x="14" y="198"/>
                    <a:pt x="14" y="198"/>
                    <a:pt x="14" y="198"/>
                  </a:cubicBezTo>
                  <a:cubicBezTo>
                    <a:pt x="13" y="198"/>
                    <a:pt x="12" y="198"/>
                    <a:pt x="12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12" name="Freeform 130">
              <a:extLst>
                <a:ext uri="{FF2B5EF4-FFF2-40B4-BE49-F238E27FC236}">
                  <a16:creationId xmlns:a16="http://schemas.microsoft.com/office/drawing/2014/main" id="{7E54516C-265B-F84F-9AC7-C2472BCC1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8" y="3167"/>
              <a:ext cx="266" cy="249"/>
            </a:xfrm>
            <a:custGeom>
              <a:avLst/>
              <a:gdLst>
                <a:gd name="T0" fmla="*/ 168 w 180"/>
                <a:gd name="T1" fmla="*/ 168 h 168"/>
                <a:gd name="T2" fmla="*/ 166 w 180"/>
                <a:gd name="T3" fmla="*/ 168 h 168"/>
                <a:gd name="T4" fmla="*/ 120 w 180"/>
                <a:gd name="T5" fmla="*/ 151 h 168"/>
                <a:gd name="T6" fmla="*/ 37 w 180"/>
                <a:gd name="T7" fmla="*/ 143 h 168"/>
                <a:gd name="T8" fmla="*/ 0 w 180"/>
                <a:gd name="T9" fmla="*/ 78 h 168"/>
                <a:gd name="T10" fmla="*/ 90 w 180"/>
                <a:gd name="T11" fmla="*/ 0 h 168"/>
                <a:gd name="T12" fmla="*/ 180 w 180"/>
                <a:gd name="T13" fmla="*/ 78 h 168"/>
                <a:gd name="T14" fmla="*/ 157 w 180"/>
                <a:gd name="T15" fmla="*/ 128 h 168"/>
                <a:gd name="T16" fmla="*/ 173 w 180"/>
                <a:gd name="T17" fmla="*/ 159 h 168"/>
                <a:gd name="T18" fmla="*/ 172 w 180"/>
                <a:gd name="T19" fmla="*/ 166 h 168"/>
                <a:gd name="T20" fmla="*/ 168 w 180"/>
                <a:gd name="T21" fmla="*/ 168 h 168"/>
                <a:gd name="T22" fmla="*/ 120 w 180"/>
                <a:gd name="T23" fmla="*/ 138 h 168"/>
                <a:gd name="T24" fmla="*/ 122 w 180"/>
                <a:gd name="T25" fmla="*/ 138 h 168"/>
                <a:gd name="T26" fmla="*/ 155 w 180"/>
                <a:gd name="T27" fmla="*/ 151 h 168"/>
                <a:gd name="T28" fmla="*/ 144 w 180"/>
                <a:gd name="T29" fmla="*/ 129 h 168"/>
                <a:gd name="T30" fmla="*/ 146 w 180"/>
                <a:gd name="T31" fmla="*/ 121 h 168"/>
                <a:gd name="T32" fmla="*/ 168 w 180"/>
                <a:gd name="T33" fmla="*/ 78 h 168"/>
                <a:gd name="T34" fmla="*/ 90 w 180"/>
                <a:gd name="T35" fmla="*/ 12 h 168"/>
                <a:gd name="T36" fmla="*/ 12 w 180"/>
                <a:gd name="T37" fmla="*/ 78 h 168"/>
                <a:gd name="T38" fmla="*/ 43 w 180"/>
                <a:gd name="T39" fmla="*/ 133 h 168"/>
                <a:gd name="T40" fmla="*/ 117 w 180"/>
                <a:gd name="T41" fmla="*/ 139 h 168"/>
                <a:gd name="T42" fmla="*/ 120 w 180"/>
                <a:gd name="T43" fmla="*/ 13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0" h="168">
                  <a:moveTo>
                    <a:pt x="168" y="168"/>
                  </a:moveTo>
                  <a:cubicBezTo>
                    <a:pt x="167" y="168"/>
                    <a:pt x="166" y="168"/>
                    <a:pt x="166" y="168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92" y="162"/>
                    <a:pt x="62" y="159"/>
                    <a:pt x="37" y="143"/>
                  </a:cubicBezTo>
                  <a:cubicBezTo>
                    <a:pt x="13" y="128"/>
                    <a:pt x="0" y="104"/>
                    <a:pt x="0" y="78"/>
                  </a:cubicBezTo>
                  <a:cubicBezTo>
                    <a:pt x="0" y="36"/>
                    <a:pt x="41" y="0"/>
                    <a:pt x="90" y="0"/>
                  </a:cubicBezTo>
                  <a:cubicBezTo>
                    <a:pt x="138" y="0"/>
                    <a:pt x="180" y="36"/>
                    <a:pt x="180" y="78"/>
                  </a:cubicBezTo>
                  <a:cubicBezTo>
                    <a:pt x="180" y="97"/>
                    <a:pt x="172" y="114"/>
                    <a:pt x="157" y="128"/>
                  </a:cubicBezTo>
                  <a:cubicBezTo>
                    <a:pt x="173" y="159"/>
                    <a:pt x="173" y="159"/>
                    <a:pt x="173" y="159"/>
                  </a:cubicBezTo>
                  <a:cubicBezTo>
                    <a:pt x="174" y="162"/>
                    <a:pt x="174" y="164"/>
                    <a:pt x="172" y="166"/>
                  </a:cubicBezTo>
                  <a:cubicBezTo>
                    <a:pt x="171" y="167"/>
                    <a:pt x="169" y="168"/>
                    <a:pt x="168" y="168"/>
                  </a:cubicBezTo>
                  <a:close/>
                  <a:moveTo>
                    <a:pt x="120" y="138"/>
                  </a:moveTo>
                  <a:cubicBezTo>
                    <a:pt x="120" y="138"/>
                    <a:pt x="121" y="138"/>
                    <a:pt x="122" y="138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3" y="126"/>
                    <a:pt x="144" y="123"/>
                    <a:pt x="146" y="121"/>
                  </a:cubicBezTo>
                  <a:cubicBezTo>
                    <a:pt x="160" y="110"/>
                    <a:pt x="168" y="95"/>
                    <a:pt x="168" y="78"/>
                  </a:cubicBezTo>
                  <a:cubicBezTo>
                    <a:pt x="168" y="42"/>
                    <a:pt x="132" y="12"/>
                    <a:pt x="90" y="12"/>
                  </a:cubicBezTo>
                  <a:cubicBezTo>
                    <a:pt x="47" y="12"/>
                    <a:pt x="12" y="42"/>
                    <a:pt x="12" y="78"/>
                  </a:cubicBezTo>
                  <a:cubicBezTo>
                    <a:pt x="12" y="99"/>
                    <a:pt x="23" y="120"/>
                    <a:pt x="43" y="133"/>
                  </a:cubicBezTo>
                  <a:cubicBezTo>
                    <a:pt x="65" y="147"/>
                    <a:pt x="93" y="149"/>
                    <a:pt x="117" y="139"/>
                  </a:cubicBezTo>
                  <a:cubicBezTo>
                    <a:pt x="118" y="138"/>
                    <a:pt x="119" y="138"/>
                    <a:pt x="120" y="1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18" name="Group 4">
            <a:extLst>
              <a:ext uri="{FF2B5EF4-FFF2-40B4-BE49-F238E27FC236}">
                <a16:creationId xmlns:a16="http://schemas.microsoft.com/office/drawing/2014/main" id="{6624F93D-A5D3-9049-9233-B5F6165978B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1933" y="3163253"/>
            <a:ext cx="495324" cy="388938"/>
            <a:chOff x="526" y="708"/>
            <a:chExt cx="433" cy="340"/>
          </a:xfrm>
          <a:solidFill>
            <a:schemeClr val="accent1"/>
          </a:solidFill>
        </p:grpSpPr>
        <p:sp>
          <p:nvSpPr>
            <p:cNvPr id="219" name="Freeform 5">
              <a:extLst>
                <a:ext uri="{FF2B5EF4-FFF2-40B4-BE49-F238E27FC236}">
                  <a16:creationId xmlns:a16="http://schemas.microsoft.com/office/drawing/2014/main" id="{2E8CDAC4-7731-2447-B17D-B9E13B8C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760"/>
              <a:ext cx="19" cy="288"/>
            </a:xfrm>
            <a:custGeom>
              <a:avLst/>
              <a:gdLst>
                <a:gd name="T0" fmla="*/ 6 w 12"/>
                <a:gd name="T1" fmla="*/ 193 h 193"/>
                <a:gd name="T2" fmla="*/ 0 w 12"/>
                <a:gd name="T3" fmla="*/ 187 h 193"/>
                <a:gd name="T4" fmla="*/ 0 w 12"/>
                <a:gd name="T5" fmla="*/ 6 h 193"/>
                <a:gd name="T6" fmla="*/ 6 w 12"/>
                <a:gd name="T7" fmla="*/ 0 h 193"/>
                <a:gd name="T8" fmla="*/ 12 w 12"/>
                <a:gd name="T9" fmla="*/ 6 h 193"/>
                <a:gd name="T10" fmla="*/ 12 w 12"/>
                <a:gd name="T11" fmla="*/ 187 h 193"/>
                <a:gd name="T12" fmla="*/ 6 w 12"/>
                <a:gd name="T1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93">
                  <a:moveTo>
                    <a:pt x="6" y="193"/>
                  </a:moveTo>
                  <a:cubicBezTo>
                    <a:pt x="3" y="193"/>
                    <a:pt x="0" y="191"/>
                    <a:pt x="0" y="18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7"/>
                    <a:pt x="12" y="187"/>
                    <a:pt x="12" y="187"/>
                  </a:cubicBezTo>
                  <a:cubicBezTo>
                    <a:pt x="12" y="191"/>
                    <a:pt x="9" y="193"/>
                    <a:pt x="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Freeform 6">
              <a:extLst>
                <a:ext uri="{FF2B5EF4-FFF2-40B4-BE49-F238E27FC236}">
                  <a16:creationId xmlns:a16="http://schemas.microsoft.com/office/drawing/2014/main" id="{A2C94C49-2544-FA47-B321-D1783FB63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1030"/>
              <a:ext cx="126" cy="18"/>
            </a:xfrm>
            <a:custGeom>
              <a:avLst/>
              <a:gdLst>
                <a:gd name="T0" fmla="*/ 76 w 82"/>
                <a:gd name="T1" fmla="*/ 12 h 12"/>
                <a:gd name="T2" fmla="*/ 6 w 82"/>
                <a:gd name="T3" fmla="*/ 12 h 12"/>
                <a:gd name="T4" fmla="*/ 0 w 82"/>
                <a:gd name="T5" fmla="*/ 6 h 12"/>
                <a:gd name="T6" fmla="*/ 6 w 82"/>
                <a:gd name="T7" fmla="*/ 0 h 12"/>
                <a:gd name="T8" fmla="*/ 76 w 82"/>
                <a:gd name="T9" fmla="*/ 0 h 12"/>
                <a:gd name="T10" fmla="*/ 82 w 82"/>
                <a:gd name="T11" fmla="*/ 6 h 12"/>
                <a:gd name="T12" fmla="*/ 76 w 8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12">
                  <a:moveTo>
                    <a:pt x="7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9" y="0"/>
                    <a:pt x="82" y="3"/>
                    <a:pt x="82" y="6"/>
                  </a:cubicBezTo>
                  <a:cubicBezTo>
                    <a:pt x="82" y="10"/>
                    <a:pt x="79" y="12"/>
                    <a:pt x="7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Freeform 7">
              <a:extLst>
                <a:ext uri="{FF2B5EF4-FFF2-40B4-BE49-F238E27FC236}">
                  <a16:creationId xmlns:a16="http://schemas.microsoft.com/office/drawing/2014/main" id="{781D715F-F7E0-F543-B710-788014F08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27"/>
              <a:ext cx="146" cy="161"/>
            </a:xfrm>
            <a:custGeom>
              <a:avLst/>
              <a:gdLst>
                <a:gd name="T0" fmla="*/ 88 w 95"/>
                <a:gd name="T1" fmla="*/ 107 h 108"/>
                <a:gd name="T2" fmla="*/ 83 w 95"/>
                <a:gd name="T3" fmla="*/ 104 h 108"/>
                <a:gd name="T4" fmla="*/ 47 w 95"/>
                <a:gd name="T5" fmla="*/ 21 h 108"/>
                <a:gd name="T6" fmla="*/ 12 w 95"/>
                <a:gd name="T7" fmla="*/ 104 h 108"/>
                <a:gd name="T8" fmla="*/ 4 w 95"/>
                <a:gd name="T9" fmla="*/ 107 h 108"/>
                <a:gd name="T10" fmla="*/ 1 w 95"/>
                <a:gd name="T11" fmla="*/ 99 h 108"/>
                <a:gd name="T12" fmla="*/ 42 w 95"/>
                <a:gd name="T13" fmla="*/ 3 h 108"/>
                <a:gd name="T14" fmla="*/ 47 w 95"/>
                <a:gd name="T15" fmla="*/ 0 h 108"/>
                <a:gd name="T16" fmla="*/ 47 w 95"/>
                <a:gd name="T17" fmla="*/ 0 h 108"/>
                <a:gd name="T18" fmla="*/ 53 w 95"/>
                <a:gd name="T19" fmla="*/ 3 h 108"/>
                <a:gd name="T20" fmla="*/ 94 w 95"/>
                <a:gd name="T21" fmla="*/ 99 h 108"/>
                <a:gd name="T22" fmla="*/ 90 w 95"/>
                <a:gd name="T23" fmla="*/ 107 h 108"/>
                <a:gd name="T24" fmla="*/ 88 w 95"/>
                <a:gd name="T25" fmla="*/ 10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8">
                  <a:moveTo>
                    <a:pt x="88" y="107"/>
                  </a:moveTo>
                  <a:cubicBezTo>
                    <a:pt x="86" y="107"/>
                    <a:pt x="84" y="106"/>
                    <a:pt x="83" y="104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1" y="107"/>
                    <a:pt x="7" y="108"/>
                    <a:pt x="4" y="107"/>
                  </a:cubicBezTo>
                  <a:cubicBezTo>
                    <a:pt x="1" y="105"/>
                    <a:pt x="0" y="102"/>
                    <a:pt x="1" y="99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1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1"/>
                    <a:pt x="53" y="3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5" y="102"/>
                    <a:pt x="94" y="105"/>
                    <a:pt x="90" y="107"/>
                  </a:cubicBezTo>
                  <a:cubicBezTo>
                    <a:pt x="90" y="107"/>
                    <a:pt x="89" y="107"/>
                    <a:pt x="88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8">
              <a:extLst>
                <a:ext uri="{FF2B5EF4-FFF2-40B4-BE49-F238E27FC236}">
                  <a16:creationId xmlns:a16="http://schemas.microsoft.com/office/drawing/2014/main" id="{0449EDE6-204A-E142-A345-649467F3C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" y="708"/>
              <a:ext cx="73" cy="70"/>
            </a:xfrm>
            <a:custGeom>
              <a:avLst/>
              <a:gdLst>
                <a:gd name="T0" fmla="*/ 24 w 48"/>
                <a:gd name="T1" fmla="*/ 47 h 47"/>
                <a:gd name="T2" fmla="*/ 0 w 48"/>
                <a:gd name="T3" fmla="*/ 24 h 47"/>
                <a:gd name="T4" fmla="*/ 24 w 48"/>
                <a:gd name="T5" fmla="*/ 0 h 47"/>
                <a:gd name="T6" fmla="*/ 48 w 48"/>
                <a:gd name="T7" fmla="*/ 24 h 47"/>
                <a:gd name="T8" fmla="*/ 24 w 48"/>
                <a:gd name="T9" fmla="*/ 47 h 47"/>
                <a:gd name="T10" fmla="*/ 24 w 48"/>
                <a:gd name="T11" fmla="*/ 12 h 47"/>
                <a:gd name="T12" fmla="*/ 12 w 48"/>
                <a:gd name="T13" fmla="*/ 24 h 47"/>
                <a:gd name="T14" fmla="*/ 24 w 48"/>
                <a:gd name="T15" fmla="*/ 35 h 47"/>
                <a:gd name="T16" fmla="*/ 36 w 48"/>
                <a:gd name="T17" fmla="*/ 24 h 47"/>
                <a:gd name="T18" fmla="*/ 24 w 48"/>
                <a:gd name="T1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7"/>
                    <a:pt x="24" y="47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5"/>
                    <a:pt x="24" y="35"/>
                  </a:cubicBezTo>
                  <a:cubicBezTo>
                    <a:pt x="30" y="35"/>
                    <a:pt x="36" y="30"/>
                    <a:pt x="36" y="24"/>
                  </a:cubicBezTo>
                  <a:cubicBezTo>
                    <a:pt x="36" y="17"/>
                    <a:pt x="30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9">
              <a:extLst>
                <a:ext uri="{FF2B5EF4-FFF2-40B4-BE49-F238E27FC236}">
                  <a16:creationId xmlns:a16="http://schemas.microsoft.com/office/drawing/2014/main" id="{E4CF1E8A-68D5-C344-B526-2ACB3B2BE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" y="869"/>
              <a:ext cx="142" cy="84"/>
            </a:xfrm>
            <a:custGeom>
              <a:avLst/>
              <a:gdLst>
                <a:gd name="T0" fmla="*/ 46 w 93"/>
                <a:gd name="T1" fmla="*/ 56 h 56"/>
                <a:gd name="T2" fmla="*/ 0 w 93"/>
                <a:gd name="T3" fmla="*/ 6 h 56"/>
                <a:gd name="T4" fmla="*/ 6 w 93"/>
                <a:gd name="T5" fmla="*/ 0 h 56"/>
                <a:gd name="T6" fmla="*/ 87 w 93"/>
                <a:gd name="T7" fmla="*/ 0 h 56"/>
                <a:gd name="T8" fmla="*/ 93 w 93"/>
                <a:gd name="T9" fmla="*/ 6 h 56"/>
                <a:gd name="T10" fmla="*/ 46 w 93"/>
                <a:gd name="T11" fmla="*/ 56 h 56"/>
                <a:gd name="T12" fmla="*/ 12 w 93"/>
                <a:gd name="T13" fmla="*/ 12 h 56"/>
                <a:gd name="T14" fmla="*/ 46 w 93"/>
                <a:gd name="T15" fmla="*/ 44 h 56"/>
                <a:gd name="T16" fmla="*/ 81 w 93"/>
                <a:gd name="T17" fmla="*/ 12 h 56"/>
                <a:gd name="T18" fmla="*/ 12 w 93"/>
                <a:gd name="T19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" h="56">
                  <a:moveTo>
                    <a:pt x="46" y="56"/>
                  </a:moveTo>
                  <a:cubicBezTo>
                    <a:pt x="20" y="56"/>
                    <a:pt x="0" y="35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35"/>
                    <a:pt x="73" y="56"/>
                    <a:pt x="46" y="56"/>
                  </a:cubicBezTo>
                  <a:close/>
                  <a:moveTo>
                    <a:pt x="12" y="12"/>
                  </a:moveTo>
                  <a:cubicBezTo>
                    <a:pt x="14" y="31"/>
                    <a:pt x="28" y="44"/>
                    <a:pt x="46" y="44"/>
                  </a:cubicBezTo>
                  <a:cubicBezTo>
                    <a:pt x="64" y="44"/>
                    <a:pt x="78" y="31"/>
                    <a:pt x="81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Freeform 10">
              <a:extLst>
                <a:ext uri="{FF2B5EF4-FFF2-40B4-BE49-F238E27FC236}">
                  <a16:creationId xmlns:a16="http://schemas.microsoft.com/office/drawing/2014/main" id="{58AF212D-5CEA-A842-96AF-38B28258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726"/>
              <a:ext cx="146" cy="162"/>
            </a:xfrm>
            <a:custGeom>
              <a:avLst/>
              <a:gdLst>
                <a:gd name="T0" fmla="*/ 6 w 95"/>
                <a:gd name="T1" fmla="*/ 108 h 109"/>
                <a:gd name="T2" fmla="*/ 4 w 95"/>
                <a:gd name="T3" fmla="*/ 108 h 109"/>
                <a:gd name="T4" fmla="*/ 1 w 95"/>
                <a:gd name="T5" fmla="*/ 100 h 109"/>
                <a:gd name="T6" fmla="*/ 42 w 95"/>
                <a:gd name="T7" fmla="*/ 4 h 109"/>
                <a:gd name="T8" fmla="*/ 47 w 95"/>
                <a:gd name="T9" fmla="*/ 0 h 109"/>
                <a:gd name="T10" fmla="*/ 47 w 95"/>
                <a:gd name="T11" fmla="*/ 0 h 109"/>
                <a:gd name="T12" fmla="*/ 53 w 95"/>
                <a:gd name="T13" fmla="*/ 4 h 109"/>
                <a:gd name="T14" fmla="*/ 94 w 95"/>
                <a:gd name="T15" fmla="*/ 100 h 109"/>
                <a:gd name="T16" fmla="*/ 90 w 95"/>
                <a:gd name="T17" fmla="*/ 108 h 109"/>
                <a:gd name="T18" fmla="*/ 83 w 95"/>
                <a:gd name="T19" fmla="*/ 105 h 109"/>
                <a:gd name="T20" fmla="*/ 47 w 95"/>
                <a:gd name="T21" fmla="*/ 22 h 109"/>
                <a:gd name="T22" fmla="*/ 12 w 95"/>
                <a:gd name="T23" fmla="*/ 105 h 109"/>
                <a:gd name="T24" fmla="*/ 6 w 95"/>
                <a:gd name="T25" fmla="*/ 10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5" h="109">
                  <a:moveTo>
                    <a:pt x="6" y="108"/>
                  </a:moveTo>
                  <a:cubicBezTo>
                    <a:pt x="6" y="108"/>
                    <a:pt x="5" y="108"/>
                    <a:pt x="4" y="108"/>
                  </a:cubicBezTo>
                  <a:cubicBezTo>
                    <a:pt x="1" y="106"/>
                    <a:pt x="0" y="103"/>
                    <a:pt x="1" y="10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5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0"/>
                    <a:pt x="52" y="2"/>
                    <a:pt x="53" y="4"/>
                  </a:cubicBezTo>
                  <a:cubicBezTo>
                    <a:pt x="94" y="100"/>
                    <a:pt x="94" y="100"/>
                    <a:pt x="94" y="100"/>
                  </a:cubicBezTo>
                  <a:cubicBezTo>
                    <a:pt x="95" y="103"/>
                    <a:pt x="93" y="106"/>
                    <a:pt x="90" y="108"/>
                  </a:cubicBezTo>
                  <a:cubicBezTo>
                    <a:pt x="87" y="109"/>
                    <a:pt x="84" y="108"/>
                    <a:pt x="83" y="105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7"/>
                    <a:pt x="9" y="108"/>
                    <a:pt x="6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Freeform 11">
              <a:extLst>
                <a:ext uri="{FF2B5EF4-FFF2-40B4-BE49-F238E27FC236}">
                  <a16:creationId xmlns:a16="http://schemas.microsoft.com/office/drawing/2014/main" id="{9067C848-4E37-864F-8284-E48FC9AB4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3" y="869"/>
              <a:ext cx="144" cy="84"/>
            </a:xfrm>
            <a:custGeom>
              <a:avLst/>
              <a:gdLst>
                <a:gd name="T0" fmla="*/ 47 w 94"/>
                <a:gd name="T1" fmla="*/ 56 h 56"/>
                <a:gd name="T2" fmla="*/ 0 w 94"/>
                <a:gd name="T3" fmla="*/ 6 h 56"/>
                <a:gd name="T4" fmla="*/ 6 w 94"/>
                <a:gd name="T5" fmla="*/ 0 h 56"/>
                <a:gd name="T6" fmla="*/ 88 w 94"/>
                <a:gd name="T7" fmla="*/ 0 h 56"/>
                <a:gd name="T8" fmla="*/ 92 w 94"/>
                <a:gd name="T9" fmla="*/ 2 h 56"/>
                <a:gd name="T10" fmla="*/ 94 w 94"/>
                <a:gd name="T11" fmla="*/ 6 h 56"/>
                <a:gd name="T12" fmla="*/ 47 w 94"/>
                <a:gd name="T13" fmla="*/ 56 h 56"/>
                <a:gd name="T14" fmla="*/ 13 w 94"/>
                <a:gd name="T15" fmla="*/ 12 h 56"/>
                <a:gd name="T16" fmla="*/ 47 w 94"/>
                <a:gd name="T17" fmla="*/ 44 h 56"/>
                <a:gd name="T18" fmla="*/ 82 w 94"/>
                <a:gd name="T19" fmla="*/ 12 h 56"/>
                <a:gd name="T20" fmla="*/ 13 w 94"/>
                <a:gd name="T21" fmla="*/ 1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56">
                  <a:moveTo>
                    <a:pt x="47" y="56"/>
                  </a:moveTo>
                  <a:cubicBezTo>
                    <a:pt x="21" y="56"/>
                    <a:pt x="0" y="35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1" y="1"/>
                    <a:pt x="92" y="2"/>
                  </a:cubicBezTo>
                  <a:cubicBezTo>
                    <a:pt x="93" y="3"/>
                    <a:pt x="94" y="5"/>
                    <a:pt x="94" y="6"/>
                  </a:cubicBezTo>
                  <a:cubicBezTo>
                    <a:pt x="94" y="34"/>
                    <a:pt x="74" y="56"/>
                    <a:pt x="47" y="56"/>
                  </a:cubicBezTo>
                  <a:close/>
                  <a:moveTo>
                    <a:pt x="13" y="12"/>
                  </a:moveTo>
                  <a:cubicBezTo>
                    <a:pt x="15" y="31"/>
                    <a:pt x="29" y="44"/>
                    <a:pt x="47" y="44"/>
                  </a:cubicBezTo>
                  <a:cubicBezTo>
                    <a:pt x="65" y="44"/>
                    <a:pt x="79" y="31"/>
                    <a:pt x="82" y="12"/>
                  </a:cubicBezTo>
                  <a:lnTo>
                    <a:pt x="1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Freeform 12">
              <a:extLst>
                <a:ext uri="{FF2B5EF4-FFF2-40B4-BE49-F238E27FC236}">
                  <a16:creationId xmlns:a16="http://schemas.microsoft.com/office/drawing/2014/main" id="{9A7B4980-F4B3-A149-A900-28415FEB8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" y="726"/>
              <a:ext cx="153" cy="18"/>
            </a:xfrm>
            <a:custGeom>
              <a:avLst/>
              <a:gdLst>
                <a:gd name="T0" fmla="*/ 94 w 100"/>
                <a:gd name="T1" fmla="*/ 12 h 12"/>
                <a:gd name="T2" fmla="*/ 6 w 100"/>
                <a:gd name="T3" fmla="*/ 12 h 12"/>
                <a:gd name="T4" fmla="*/ 0 w 100"/>
                <a:gd name="T5" fmla="*/ 6 h 12"/>
                <a:gd name="T6" fmla="*/ 6 w 100"/>
                <a:gd name="T7" fmla="*/ 0 h 12"/>
                <a:gd name="T8" fmla="*/ 94 w 100"/>
                <a:gd name="T9" fmla="*/ 0 h 12"/>
                <a:gd name="T10" fmla="*/ 100 w 100"/>
                <a:gd name="T11" fmla="*/ 6 h 12"/>
                <a:gd name="T12" fmla="*/ 94 w 10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2">
                  <a:moveTo>
                    <a:pt x="9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100" y="3"/>
                    <a:pt x="100" y="6"/>
                  </a:cubicBezTo>
                  <a:cubicBezTo>
                    <a:pt x="100" y="10"/>
                    <a:pt x="98" y="12"/>
                    <a:pt x="9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Freeform 13">
              <a:extLst>
                <a:ext uri="{FF2B5EF4-FFF2-40B4-BE49-F238E27FC236}">
                  <a16:creationId xmlns:a16="http://schemas.microsoft.com/office/drawing/2014/main" id="{CD6B0A6B-597F-4E4C-A0FC-EFC38B20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726"/>
              <a:ext cx="172" cy="18"/>
            </a:xfrm>
            <a:custGeom>
              <a:avLst/>
              <a:gdLst>
                <a:gd name="T0" fmla="*/ 106 w 112"/>
                <a:gd name="T1" fmla="*/ 12 h 12"/>
                <a:gd name="T2" fmla="*/ 6 w 112"/>
                <a:gd name="T3" fmla="*/ 12 h 12"/>
                <a:gd name="T4" fmla="*/ 0 w 112"/>
                <a:gd name="T5" fmla="*/ 6 h 12"/>
                <a:gd name="T6" fmla="*/ 6 w 112"/>
                <a:gd name="T7" fmla="*/ 0 h 12"/>
                <a:gd name="T8" fmla="*/ 106 w 112"/>
                <a:gd name="T9" fmla="*/ 0 h 12"/>
                <a:gd name="T10" fmla="*/ 112 w 112"/>
                <a:gd name="T11" fmla="*/ 6 h 12"/>
                <a:gd name="T12" fmla="*/ 106 w 11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12">
                  <a:moveTo>
                    <a:pt x="10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9" y="0"/>
                    <a:pt x="112" y="3"/>
                    <a:pt x="112" y="6"/>
                  </a:cubicBezTo>
                  <a:cubicBezTo>
                    <a:pt x="112" y="9"/>
                    <a:pt x="109" y="12"/>
                    <a:pt x="10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4" name="Group 127">
            <a:extLst>
              <a:ext uri="{FF2B5EF4-FFF2-40B4-BE49-F238E27FC236}">
                <a16:creationId xmlns:a16="http://schemas.microsoft.com/office/drawing/2014/main" id="{26DA099A-68DD-4F43-8FC7-141CAF6D1F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45733" y="3130536"/>
            <a:ext cx="464916" cy="454373"/>
            <a:chOff x="4656" y="1821"/>
            <a:chExt cx="441" cy="431"/>
          </a:xfrm>
          <a:solidFill>
            <a:schemeClr val="accent1"/>
          </a:solidFill>
        </p:grpSpPr>
        <p:sp>
          <p:nvSpPr>
            <p:cNvPr id="235" name="Freeform 128">
              <a:extLst>
                <a:ext uri="{FF2B5EF4-FFF2-40B4-BE49-F238E27FC236}">
                  <a16:creationId xmlns:a16="http://schemas.microsoft.com/office/drawing/2014/main" id="{78927280-4152-A345-AA5D-215134AE8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037"/>
              <a:ext cx="415" cy="215"/>
            </a:xfrm>
            <a:custGeom>
              <a:avLst/>
              <a:gdLst>
                <a:gd name="T0" fmla="*/ 7 w 271"/>
                <a:gd name="T1" fmla="*/ 144 h 144"/>
                <a:gd name="T2" fmla="*/ 2 w 271"/>
                <a:gd name="T3" fmla="*/ 142 h 144"/>
                <a:gd name="T4" fmla="*/ 3 w 271"/>
                <a:gd name="T5" fmla="*/ 134 h 144"/>
                <a:gd name="T6" fmla="*/ 111 w 271"/>
                <a:gd name="T7" fmla="*/ 38 h 144"/>
                <a:gd name="T8" fmla="*/ 119 w 271"/>
                <a:gd name="T9" fmla="*/ 38 h 144"/>
                <a:gd name="T10" fmla="*/ 175 w 271"/>
                <a:gd name="T11" fmla="*/ 83 h 144"/>
                <a:gd name="T12" fmla="*/ 261 w 271"/>
                <a:gd name="T13" fmla="*/ 2 h 144"/>
                <a:gd name="T14" fmla="*/ 269 w 271"/>
                <a:gd name="T15" fmla="*/ 3 h 144"/>
                <a:gd name="T16" fmla="*/ 269 w 271"/>
                <a:gd name="T17" fmla="*/ 11 h 144"/>
                <a:gd name="T18" fmla="*/ 179 w 271"/>
                <a:gd name="T19" fmla="*/ 95 h 144"/>
                <a:gd name="T20" fmla="*/ 171 w 271"/>
                <a:gd name="T21" fmla="*/ 95 h 144"/>
                <a:gd name="T22" fmla="*/ 115 w 271"/>
                <a:gd name="T23" fmla="*/ 50 h 144"/>
                <a:gd name="T24" fmla="*/ 11 w 271"/>
                <a:gd name="T25" fmla="*/ 143 h 144"/>
                <a:gd name="T26" fmla="*/ 7 w 271"/>
                <a:gd name="T2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44">
                  <a:moveTo>
                    <a:pt x="7" y="144"/>
                  </a:moveTo>
                  <a:cubicBezTo>
                    <a:pt x="5" y="144"/>
                    <a:pt x="4" y="144"/>
                    <a:pt x="2" y="142"/>
                  </a:cubicBezTo>
                  <a:cubicBezTo>
                    <a:pt x="0" y="140"/>
                    <a:pt x="0" y="136"/>
                    <a:pt x="3" y="134"/>
                  </a:cubicBezTo>
                  <a:cubicBezTo>
                    <a:pt x="111" y="38"/>
                    <a:pt x="111" y="38"/>
                    <a:pt x="111" y="38"/>
                  </a:cubicBezTo>
                  <a:cubicBezTo>
                    <a:pt x="113" y="36"/>
                    <a:pt x="116" y="36"/>
                    <a:pt x="119" y="38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261" y="2"/>
                    <a:pt x="261" y="2"/>
                    <a:pt x="261" y="2"/>
                  </a:cubicBezTo>
                  <a:cubicBezTo>
                    <a:pt x="263" y="0"/>
                    <a:pt x="267" y="0"/>
                    <a:pt x="269" y="3"/>
                  </a:cubicBezTo>
                  <a:cubicBezTo>
                    <a:pt x="271" y="5"/>
                    <a:pt x="271" y="9"/>
                    <a:pt x="269" y="11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7" y="97"/>
                    <a:pt x="173" y="97"/>
                    <a:pt x="171" y="95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0" y="144"/>
                    <a:pt x="8" y="144"/>
                    <a:pt x="7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6" name="Freeform 129">
              <a:extLst>
                <a:ext uri="{FF2B5EF4-FFF2-40B4-BE49-F238E27FC236}">
                  <a16:creationId xmlns:a16="http://schemas.microsoft.com/office/drawing/2014/main" id="{7096CC96-16F5-7E42-AA31-AC96F5CDD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038"/>
              <a:ext cx="90" cy="90"/>
            </a:xfrm>
            <a:custGeom>
              <a:avLst/>
              <a:gdLst>
                <a:gd name="T0" fmla="*/ 53 w 59"/>
                <a:gd name="T1" fmla="*/ 60 h 60"/>
                <a:gd name="T2" fmla="*/ 47 w 59"/>
                <a:gd name="T3" fmla="*/ 54 h 60"/>
                <a:gd name="T4" fmla="*/ 47 w 59"/>
                <a:gd name="T5" fmla="*/ 12 h 60"/>
                <a:gd name="T6" fmla="*/ 6 w 59"/>
                <a:gd name="T7" fmla="*/ 12 h 60"/>
                <a:gd name="T8" fmla="*/ 0 w 59"/>
                <a:gd name="T9" fmla="*/ 6 h 60"/>
                <a:gd name="T10" fmla="*/ 6 w 59"/>
                <a:gd name="T11" fmla="*/ 0 h 60"/>
                <a:gd name="T12" fmla="*/ 53 w 59"/>
                <a:gd name="T13" fmla="*/ 0 h 60"/>
                <a:gd name="T14" fmla="*/ 59 w 59"/>
                <a:gd name="T15" fmla="*/ 6 h 60"/>
                <a:gd name="T16" fmla="*/ 59 w 59"/>
                <a:gd name="T17" fmla="*/ 54 h 60"/>
                <a:gd name="T18" fmla="*/ 53 w 59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60">
                  <a:moveTo>
                    <a:pt x="53" y="60"/>
                  </a:moveTo>
                  <a:cubicBezTo>
                    <a:pt x="50" y="60"/>
                    <a:pt x="47" y="57"/>
                    <a:pt x="47" y="54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9" y="2"/>
                    <a:pt x="59" y="6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7"/>
                    <a:pt x="56" y="60"/>
                    <a:pt x="53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7" name="Freeform 130">
              <a:extLst>
                <a:ext uri="{FF2B5EF4-FFF2-40B4-BE49-F238E27FC236}">
                  <a16:creationId xmlns:a16="http://schemas.microsoft.com/office/drawing/2014/main" id="{8C889260-9971-2F40-8AA7-F1A4FF7B8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1821"/>
              <a:ext cx="331" cy="307"/>
            </a:xfrm>
            <a:custGeom>
              <a:avLst/>
              <a:gdLst>
                <a:gd name="T0" fmla="*/ 60 w 216"/>
                <a:gd name="T1" fmla="*/ 205 h 205"/>
                <a:gd name="T2" fmla="*/ 57 w 216"/>
                <a:gd name="T3" fmla="*/ 204 h 205"/>
                <a:gd name="T4" fmla="*/ 0 w 216"/>
                <a:gd name="T5" fmla="*/ 108 h 205"/>
                <a:gd name="T6" fmla="*/ 108 w 216"/>
                <a:gd name="T7" fmla="*/ 0 h 205"/>
                <a:gd name="T8" fmla="*/ 216 w 216"/>
                <a:gd name="T9" fmla="*/ 108 h 205"/>
                <a:gd name="T10" fmla="*/ 196 w 216"/>
                <a:gd name="T11" fmla="*/ 171 h 205"/>
                <a:gd name="T12" fmla="*/ 188 w 216"/>
                <a:gd name="T13" fmla="*/ 172 h 205"/>
                <a:gd name="T14" fmla="*/ 186 w 216"/>
                <a:gd name="T15" fmla="*/ 164 h 205"/>
                <a:gd name="T16" fmla="*/ 204 w 216"/>
                <a:gd name="T17" fmla="*/ 108 h 205"/>
                <a:gd name="T18" fmla="*/ 108 w 216"/>
                <a:gd name="T19" fmla="*/ 12 h 205"/>
                <a:gd name="T20" fmla="*/ 12 w 216"/>
                <a:gd name="T21" fmla="*/ 108 h 205"/>
                <a:gd name="T22" fmla="*/ 63 w 216"/>
                <a:gd name="T23" fmla="*/ 193 h 205"/>
                <a:gd name="T24" fmla="*/ 65 w 216"/>
                <a:gd name="T25" fmla="*/ 201 h 205"/>
                <a:gd name="T26" fmla="*/ 60 w 216"/>
                <a:gd name="T27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205">
                  <a:moveTo>
                    <a:pt x="60" y="205"/>
                  </a:moveTo>
                  <a:cubicBezTo>
                    <a:pt x="59" y="205"/>
                    <a:pt x="58" y="204"/>
                    <a:pt x="57" y="204"/>
                  </a:cubicBezTo>
                  <a:cubicBezTo>
                    <a:pt x="22" y="185"/>
                    <a:pt x="0" y="148"/>
                    <a:pt x="0" y="108"/>
                  </a:cubicBezTo>
                  <a:cubicBezTo>
                    <a:pt x="0" y="49"/>
                    <a:pt x="48" y="0"/>
                    <a:pt x="108" y="0"/>
                  </a:cubicBezTo>
                  <a:cubicBezTo>
                    <a:pt x="167" y="0"/>
                    <a:pt x="216" y="49"/>
                    <a:pt x="216" y="108"/>
                  </a:cubicBezTo>
                  <a:cubicBezTo>
                    <a:pt x="216" y="131"/>
                    <a:pt x="209" y="153"/>
                    <a:pt x="196" y="171"/>
                  </a:cubicBezTo>
                  <a:cubicBezTo>
                    <a:pt x="194" y="173"/>
                    <a:pt x="190" y="174"/>
                    <a:pt x="188" y="172"/>
                  </a:cubicBezTo>
                  <a:cubicBezTo>
                    <a:pt x="185" y="170"/>
                    <a:pt x="184" y="167"/>
                    <a:pt x="186" y="164"/>
                  </a:cubicBezTo>
                  <a:cubicBezTo>
                    <a:pt x="198" y="148"/>
                    <a:pt x="204" y="128"/>
                    <a:pt x="204" y="108"/>
                  </a:cubicBezTo>
                  <a:cubicBezTo>
                    <a:pt x="204" y="56"/>
                    <a:pt x="161" y="12"/>
                    <a:pt x="108" y="12"/>
                  </a:cubicBezTo>
                  <a:cubicBezTo>
                    <a:pt x="55" y="12"/>
                    <a:pt x="12" y="56"/>
                    <a:pt x="12" y="108"/>
                  </a:cubicBezTo>
                  <a:cubicBezTo>
                    <a:pt x="12" y="144"/>
                    <a:pt x="31" y="177"/>
                    <a:pt x="63" y="193"/>
                  </a:cubicBezTo>
                  <a:cubicBezTo>
                    <a:pt x="66" y="195"/>
                    <a:pt x="67" y="198"/>
                    <a:pt x="65" y="201"/>
                  </a:cubicBezTo>
                  <a:cubicBezTo>
                    <a:pt x="64" y="203"/>
                    <a:pt x="62" y="205"/>
                    <a:pt x="60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8" name="Freeform 131">
              <a:extLst>
                <a:ext uri="{FF2B5EF4-FFF2-40B4-BE49-F238E27FC236}">
                  <a16:creationId xmlns:a16="http://schemas.microsoft.com/office/drawing/2014/main" id="{A5D47A1B-2141-4945-9F0E-589BB8088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035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9" name="Freeform 132">
              <a:extLst>
                <a:ext uri="{FF2B5EF4-FFF2-40B4-BE49-F238E27FC236}">
                  <a16:creationId xmlns:a16="http://schemas.microsoft.com/office/drawing/2014/main" id="{C5C6BBAC-F34B-7C43-9879-1B7567B2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893"/>
              <a:ext cx="19" cy="39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0" name="Freeform 133">
              <a:extLst>
                <a:ext uri="{FF2B5EF4-FFF2-40B4-BE49-F238E27FC236}">
                  <a16:creationId xmlns:a16="http://schemas.microsoft.com/office/drawing/2014/main" id="{0E22282C-227B-014F-891F-C55AF7AE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914"/>
              <a:ext cx="81" cy="139"/>
            </a:xfrm>
            <a:custGeom>
              <a:avLst/>
              <a:gdLst>
                <a:gd name="T0" fmla="*/ 27 w 53"/>
                <a:gd name="T1" fmla="*/ 93 h 93"/>
                <a:gd name="T2" fmla="*/ 0 w 53"/>
                <a:gd name="T3" fmla="*/ 67 h 93"/>
                <a:gd name="T4" fmla="*/ 6 w 53"/>
                <a:gd name="T5" fmla="*/ 61 h 93"/>
                <a:gd name="T6" fmla="*/ 12 w 53"/>
                <a:gd name="T7" fmla="*/ 67 h 93"/>
                <a:gd name="T8" fmla="*/ 27 w 53"/>
                <a:gd name="T9" fmla="*/ 81 h 93"/>
                <a:gd name="T10" fmla="*/ 41 w 53"/>
                <a:gd name="T11" fmla="*/ 67 h 93"/>
                <a:gd name="T12" fmla="*/ 27 w 53"/>
                <a:gd name="T13" fmla="*/ 52 h 93"/>
                <a:gd name="T14" fmla="*/ 0 w 53"/>
                <a:gd name="T15" fmla="*/ 26 h 93"/>
                <a:gd name="T16" fmla="*/ 27 w 53"/>
                <a:gd name="T17" fmla="*/ 0 h 93"/>
                <a:gd name="T18" fmla="*/ 53 w 53"/>
                <a:gd name="T19" fmla="*/ 26 h 93"/>
                <a:gd name="T20" fmla="*/ 47 w 53"/>
                <a:gd name="T21" fmla="*/ 32 h 93"/>
                <a:gd name="T22" fmla="*/ 41 w 53"/>
                <a:gd name="T23" fmla="*/ 26 h 93"/>
                <a:gd name="T24" fmla="*/ 27 w 53"/>
                <a:gd name="T25" fmla="*/ 12 h 93"/>
                <a:gd name="T26" fmla="*/ 12 w 53"/>
                <a:gd name="T27" fmla="*/ 26 h 93"/>
                <a:gd name="T28" fmla="*/ 27 w 53"/>
                <a:gd name="T29" fmla="*/ 40 h 93"/>
                <a:gd name="T30" fmla="*/ 53 w 53"/>
                <a:gd name="T31" fmla="*/ 67 h 93"/>
                <a:gd name="T32" fmla="*/ 27 w 53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93">
                  <a:moveTo>
                    <a:pt x="27" y="93"/>
                  </a:moveTo>
                  <a:cubicBezTo>
                    <a:pt x="12" y="93"/>
                    <a:pt x="0" y="81"/>
                    <a:pt x="0" y="67"/>
                  </a:cubicBezTo>
                  <a:cubicBezTo>
                    <a:pt x="0" y="64"/>
                    <a:pt x="3" y="61"/>
                    <a:pt x="6" y="61"/>
                  </a:cubicBezTo>
                  <a:cubicBezTo>
                    <a:pt x="10" y="61"/>
                    <a:pt x="12" y="64"/>
                    <a:pt x="12" y="67"/>
                  </a:cubicBezTo>
                  <a:cubicBezTo>
                    <a:pt x="12" y="75"/>
                    <a:pt x="19" y="81"/>
                    <a:pt x="27" y="81"/>
                  </a:cubicBezTo>
                  <a:cubicBezTo>
                    <a:pt x="35" y="81"/>
                    <a:pt x="41" y="75"/>
                    <a:pt x="41" y="67"/>
                  </a:cubicBezTo>
                  <a:cubicBezTo>
                    <a:pt x="41" y="59"/>
                    <a:pt x="35" y="52"/>
                    <a:pt x="27" y="52"/>
                  </a:cubicBezTo>
                  <a:cubicBezTo>
                    <a:pt x="12" y="52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6"/>
                  </a:cubicBezTo>
                  <a:cubicBezTo>
                    <a:pt x="53" y="29"/>
                    <a:pt x="51" y="32"/>
                    <a:pt x="47" y="32"/>
                  </a:cubicBezTo>
                  <a:cubicBezTo>
                    <a:pt x="44" y="32"/>
                    <a:pt x="41" y="29"/>
                    <a:pt x="41" y="26"/>
                  </a:cubicBezTo>
                  <a:cubicBezTo>
                    <a:pt x="41" y="18"/>
                    <a:pt x="35" y="12"/>
                    <a:pt x="27" y="12"/>
                  </a:cubicBezTo>
                  <a:cubicBezTo>
                    <a:pt x="19" y="12"/>
                    <a:pt x="12" y="18"/>
                    <a:pt x="12" y="26"/>
                  </a:cubicBezTo>
                  <a:cubicBezTo>
                    <a:pt x="12" y="34"/>
                    <a:pt x="19" y="40"/>
                    <a:pt x="27" y="40"/>
                  </a:cubicBezTo>
                  <a:cubicBezTo>
                    <a:pt x="41" y="40"/>
                    <a:pt x="53" y="52"/>
                    <a:pt x="53" y="67"/>
                  </a:cubicBezTo>
                  <a:cubicBezTo>
                    <a:pt x="53" y="81"/>
                    <a:pt x="41" y="93"/>
                    <a:pt x="2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41" name="Group 21">
            <a:extLst>
              <a:ext uri="{FF2B5EF4-FFF2-40B4-BE49-F238E27FC236}">
                <a16:creationId xmlns:a16="http://schemas.microsoft.com/office/drawing/2014/main" id="{DF8633A8-0907-CE44-BEF9-83365247F28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20433" y="3170602"/>
            <a:ext cx="473118" cy="374241"/>
            <a:chOff x="526" y="695"/>
            <a:chExt cx="445" cy="352"/>
          </a:xfrm>
          <a:solidFill>
            <a:schemeClr val="accent1"/>
          </a:solidFill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0AA12124-D907-9A4D-80E8-82D0A9B1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741"/>
              <a:ext cx="382" cy="306"/>
            </a:xfrm>
            <a:custGeom>
              <a:avLst/>
              <a:gdLst>
                <a:gd name="T0" fmla="*/ 243 w 250"/>
                <a:gd name="T1" fmla="*/ 191 h 204"/>
                <a:gd name="T2" fmla="*/ 13 w 250"/>
                <a:gd name="T3" fmla="*/ 191 h 204"/>
                <a:gd name="T4" fmla="*/ 13 w 250"/>
                <a:gd name="T5" fmla="*/ 8 h 204"/>
                <a:gd name="T6" fmla="*/ 7 w 250"/>
                <a:gd name="T7" fmla="*/ 0 h 204"/>
                <a:gd name="T8" fmla="*/ 0 w 250"/>
                <a:gd name="T9" fmla="*/ 8 h 204"/>
                <a:gd name="T10" fmla="*/ 0 w 250"/>
                <a:gd name="T11" fmla="*/ 198 h 204"/>
                <a:gd name="T12" fmla="*/ 7 w 250"/>
                <a:gd name="T13" fmla="*/ 204 h 204"/>
                <a:gd name="T14" fmla="*/ 243 w 250"/>
                <a:gd name="T15" fmla="*/ 204 h 204"/>
                <a:gd name="T16" fmla="*/ 250 w 250"/>
                <a:gd name="T17" fmla="*/ 198 h 204"/>
                <a:gd name="T18" fmla="*/ 243 w 250"/>
                <a:gd name="T19" fmla="*/ 19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0" h="204">
                  <a:moveTo>
                    <a:pt x="243" y="191"/>
                  </a:moveTo>
                  <a:cubicBezTo>
                    <a:pt x="13" y="191"/>
                    <a:pt x="13" y="191"/>
                    <a:pt x="13" y="191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4"/>
                    <a:pt x="10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1"/>
                    <a:pt x="3" y="204"/>
                    <a:pt x="7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7" y="204"/>
                    <a:pt x="250" y="201"/>
                    <a:pt x="250" y="198"/>
                  </a:cubicBezTo>
                  <a:cubicBezTo>
                    <a:pt x="250" y="194"/>
                    <a:pt x="247" y="191"/>
                    <a:pt x="243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F4562066-1535-0A41-9AF3-02D89DD896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" y="695"/>
              <a:ext cx="398" cy="284"/>
            </a:xfrm>
            <a:custGeom>
              <a:avLst/>
              <a:gdLst>
                <a:gd name="T0" fmla="*/ 208 w 260"/>
                <a:gd name="T1" fmla="*/ 0 h 190"/>
                <a:gd name="T2" fmla="*/ 157 w 260"/>
                <a:gd name="T3" fmla="*/ 51 h 190"/>
                <a:gd name="T4" fmla="*/ 173 w 260"/>
                <a:gd name="T5" fmla="*/ 89 h 190"/>
                <a:gd name="T6" fmla="*/ 149 w 260"/>
                <a:gd name="T7" fmla="*/ 122 h 190"/>
                <a:gd name="T8" fmla="*/ 139 w 260"/>
                <a:gd name="T9" fmla="*/ 120 h 190"/>
                <a:gd name="T10" fmla="*/ 122 w 260"/>
                <a:gd name="T11" fmla="*/ 126 h 190"/>
                <a:gd name="T12" fmla="*/ 104 w 260"/>
                <a:gd name="T13" fmla="*/ 113 h 190"/>
                <a:gd name="T14" fmla="*/ 106 w 260"/>
                <a:gd name="T15" fmla="*/ 104 h 190"/>
                <a:gd name="T16" fmla="*/ 80 w 260"/>
                <a:gd name="T17" fmla="*/ 78 h 190"/>
                <a:gd name="T18" fmla="*/ 55 w 260"/>
                <a:gd name="T19" fmla="*/ 104 h 190"/>
                <a:gd name="T20" fmla="*/ 59 w 260"/>
                <a:gd name="T21" fmla="*/ 118 h 190"/>
                <a:gd name="T22" fmla="*/ 37 w 260"/>
                <a:gd name="T23" fmla="*/ 141 h 190"/>
                <a:gd name="T24" fmla="*/ 26 w 260"/>
                <a:gd name="T25" fmla="*/ 139 h 190"/>
                <a:gd name="T26" fmla="*/ 0 w 260"/>
                <a:gd name="T27" fmla="*/ 164 h 190"/>
                <a:gd name="T28" fmla="*/ 26 w 260"/>
                <a:gd name="T29" fmla="*/ 190 h 190"/>
                <a:gd name="T30" fmla="*/ 52 w 260"/>
                <a:gd name="T31" fmla="*/ 164 h 190"/>
                <a:gd name="T32" fmla="*/ 47 w 260"/>
                <a:gd name="T33" fmla="*/ 150 h 190"/>
                <a:gd name="T34" fmla="*/ 69 w 260"/>
                <a:gd name="T35" fmla="*/ 127 h 190"/>
                <a:gd name="T36" fmla="*/ 80 w 260"/>
                <a:gd name="T37" fmla="*/ 130 h 190"/>
                <a:gd name="T38" fmla="*/ 97 w 260"/>
                <a:gd name="T39" fmla="*/ 123 h 190"/>
                <a:gd name="T40" fmla="*/ 115 w 260"/>
                <a:gd name="T41" fmla="*/ 137 h 190"/>
                <a:gd name="T42" fmla="*/ 113 w 260"/>
                <a:gd name="T43" fmla="*/ 146 h 190"/>
                <a:gd name="T44" fmla="*/ 139 w 260"/>
                <a:gd name="T45" fmla="*/ 171 h 190"/>
                <a:gd name="T46" fmla="*/ 165 w 260"/>
                <a:gd name="T47" fmla="*/ 146 h 190"/>
                <a:gd name="T48" fmla="*/ 159 w 260"/>
                <a:gd name="T49" fmla="*/ 130 h 190"/>
                <a:gd name="T50" fmla="*/ 183 w 260"/>
                <a:gd name="T51" fmla="*/ 97 h 190"/>
                <a:gd name="T52" fmla="*/ 208 w 260"/>
                <a:gd name="T53" fmla="*/ 103 h 190"/>
                <a:gd name="T54" fmla="*/ 260 w 260"/>
                <a:gd name="T55" fmla="*/ 51 h 190"/>
                <a:gd name="T56" fmla="*/ 208 w 260"/>
                <a:gd name="T57" fmla="*/ 0 h 190"/>
                <a:gd name="T58" fmla="*/ 38 w 260"/>
                <a:gd name="T59" fmla="*/ 164 h 190"/>
                <a:gd name="T60" fmla="*/ 26 w 260"/>
                <a:gd name="T61" fmla="*/ 177 h 190"/>
                <a:gd name="T62" fmla="*/ 13 w 260"/>
                <a:gd name="T63" fmla="*/ 164 h 190"/>
                <a:gd name="T64" fmla="*/ 26 w 260"/>
                <a:gd name="T65" fmla="*/ 152 h 190"/>
                <a:gd name="T66" fmla="*/ 28 w 260"/>
                <a:gd name="T67" fmla="*/ 152 h 190"/>
                <a:gd name="T68" fmla="*/ 37 w 260"/>
                <a:gd name="T69" fmla="*/ 161 h 190"/>
                <a:gd name="T70" fmla="*/ 38 w 260"/>
                <a:gd name="T71" fmla="*/ 164 h 190"/>
                <a:gd name="T72" fmla="*/ 80 w 260"/>
                <a:gd name="T73" fmla="*/ 116 h 190"/>
                <a:gd name="T74" fmla="*/ 78 w 260"/>
                <a:gd name="T75" fmla="*/ 116 h 190"/>
                <a:gd name="T76" fmla="*/ 69 w 260"/>
                <a:gd name="T77" fmla="*/ 107 h 190"/>
                <a:gd name="T78" fmla="*/ 69 w 260"/>
                <a:gd name="T79" fmla="*/ 104 h 190"/>
                <a:gd name="T80" fmla="*/ 80 w 260"/>
                <a:gd name="T81" fmla="*/ 91 h 190"/>
                <a:gd name="T82" fmla="*/ 93 w 260"/>
                <a:gd name="T83" fmla="*/ 104 h 190"/>
                <a:gd name="T84" fmla="*/ 93 w 260"/>
                <a:gd name="T85" fmla="*/ 105 h 190"/>
                <a:gd name="T86" fmla="*/ 85 w 260"/>
                <a:gd name="T87" fmla="*/ 115 h 190"/>
                <a:gd name="T88" fmla="*/ 80 w 260"/>
                <a:gd name="T89" fmla="*/ 116 h 190"/>
                <a:gd name="T90" fmla="*/ 151 w 260"/>
                <a:gd name="T91" fmla="*/ 146 h 190"/>
                <a:gd name="T92" fmla="*/ 139 w 260"/>
                <a:gd name="T93" fmla="*/ 158 h 190"/>
                <a:gd name="T94" fmla="*/ 126 w 260"/>
                <a:gd name="T95" fmla="*/ 146 h 190"/>
                <a:gd name="T96" fmla="*/ 126 w 260"/>
                <a:gd name="T97" fmla="*/ 145 h 190"/>
                <a:gd name="T98" fmla="*/ 134 w 260"/>
                <a:gd name="T99" fmla="*/ 134 h 190"/>
                <a:gd name="T100" fmla="*/ 139 w 260"/>
                <a:gd name="T101" fmla="*/ 133 h 190"/>
                <a:gd name="T102" fmla="*/ 140 w 260"/>
                <a:gd name="T103" fmla="*/ 133 h 190"/>
                <a:gd name="T104" fmla="*/ 151 w 260"/>
                <a:gd name="T105" fmla="*/ 141 h 190"/>
                <a:gd name="T106" fmla="*/ 151 w 260"/>
                <a:gd name="T107" fmla="*/ 146 h 190"/>
                <a:gd name="T108" fmla="*/ 208 w 260"/>
                <a:gd name="T109" fmla="*/ 90 h 190"/>
                <a:gd name="T110" fmla="*/ 191 w 260"/>
                <a:gd name="T111" fmla="*/ 86 h 190"/>
                <a:gd name="T112" fmla="*/ 181 w 260"/>
                <a:gd name="T113" fmla="*/ 78 h 190"/>
                <a:gd name="T114" fmla="*/ 170 w 260"/>
                <a:gd name="T115" fmla="*/ 51 h 190"/>
                <a:gd name="T116" fmla="*/ 208 w 260"/>
                <a:gd name="T117" fmla="*/ 13 h 190"/>
                <a:gd name="T118" fmla="*/ 247 w 260"/>
                <a:gd name="T119" fmla="*/ 51 h 190"/>
                <a:gd name="T120" fmla="*/ 208 w 260"/>
                <a:gd name="T121" fmla="*/ 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0" h="190">
                  <a:moveTo>
                    <a:pt x="208" y="0"/>
                  </a:moveTo>
                  <a:cubicBezTo>
                    <a:pt x="180" y="0"/>
                    <a:pt x="157" y="23"/>
                    <a:pt x="157" y="51"/>
                  </a:cubicBezTo>
                  <a:cubicBezTo>
                    <a:pt x="157" y="66"/>
                    <a:pt x="163" y="80"/>
                    <a:pt x="173" y="89"/>
                  </a:cubicBezTo>
                  <a:cubicBezTo>
                    <a:pt x="149" y="122"/>
                    <a:pt x="149" y="122"/>
                    <a:pt x="149" y="122"/>
                  </a:cubicBezTo>
                  <a:cubicBezTo>
                    <a:pt x="145" y="121"/>
                    <a:pt x="142" y="120"/>
                    <a:pt x="139" y="120"/>
                  </a:cubicBezTo>
                  <a:cubicBezTo>
                    <a:pt x="133" y="120"/>
                    <a:pt x="126" y="122"/>
                    <a:pt x="122" y="126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6" y="110"/>
                    <a:pt x="106" y="107"/>
                    <a:pt x="106" y="104"/>
                  </a:cubicBezTo>
                  <a:cubicBezTo>
                    <a:pt x="106" y="90"/>
                    <a:pt x="94" y="78"/>
                    <a:pt x="80" y="78"/>
                  </a:cubicBezTo>
                  <a:cubicBezTo>
                    <a:pt x="67" y="78"/>
                    <a:pt x="55" y="90"/>
                    <a:pt x="55" y="104"/>
                  </a:cubicBezTo>
                  <a:cubicBezTo>
                    <a:pt x="55" y="109"/>
                    <a:pt x="56" y="114"/>
                    <a:pt x="59" y="118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34" y="139"/>
                    <a:pt x="30" y="139"/>
                    <a:pt x="26" y="139"/>
                  </a:cubicBezTo>
                  <a:cubicBezTo>
                    <a:pt x="12" y="139"/>
                    <a:pt x="0" y="150"/>
                    <a:pt x="0" y="164"/>
                  </a:cubicBezTo>
                  <a:cubicBezTo>
                    <a:pt x="0" y="179"/>
                    <a:pt x="12" y="190"/>
                    <a:pt x="26" y="190"/>
                  </a:cubicBezTo>
                  <a:cubicBezTo>
                    <a:pt x="40" y="190"/>
                    <a:pt x="52" y="179"/>
                    <a:pt x="52" y="164"/>
                  </a:cubicBezTo>
                  <a:cubicBezTo>
                    <a:pt x="52" y="159"/>
                    <a:pt x="50" y="155"/>
                    <a:pt x="47" y="150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29"/>
                    <a:pt x="77" y="130"/>
                    <a:pt x="80" y="130"/>
                  </a:cubicBezTo>
                  <a:cubicBezTo>
                    <a:pt x="86" y="130"/>
                    <a:pt x="93" y="127"/>
                    <a:pt x="97" y="123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4" y="139"/>
                    <a:pt x="113" y="142"/>
                    <a:pt x="113" y="146"/>
                  </a:cubicBezTo>
                  <a:cubicBezTo>
                    <a:pt x="113" y="159"/>
                    <a:pt x="125" y="171"/>
                    <a:pt x="139" y="171"/>
                  </a:cubicBezTo>
                  <a:cubicBezTo>
                    <a:pt x="153" y="171"/>
                    <a:pt x="165" y="159"/>
                    <a:pt x="165" y="146"/>
                  </a:cubicBezTo>
                  <a:cubicBezTo>
                    <a:pt x="165" y="139"/>
                    <a:pt x="162" y="134"/>
                    <a:pt x="159" y="130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91" y="101"/>
                    <a:pt x="199" y="103"/>
                    <a:pt x="208" y="103"/>
                  </a:cubicBezTo>
                  <a:cubicBezTo>
                    <a:pt x="237" y="103"/>
                    <a:pt x="260" y="80"/>
                    <a:pt x="260" y="51"/>
                  </a:cubicBezTo>
                  <a:cubicBezTo>
                    <a:pt x="260" y="23"/>
                    <a:pt x="237" y="0"/>
                    <a:pt x="208" y="0"/>
                  </a:cubicBezTo>
                  <a:close/>
                  <a:moveTo>
                    <a:pt x="38" y="164"/>
                  </a:moveTo>
                  <a:cubicBezTo>
                    <a:pt x="38" y="172"/>
                    <a:pt x="33" y="177"/>
                    <a:pt x="26" y="177"/>
                  </a:cubicBezTo>
                  <a:cubicBezTo>
                    <a:pt x="19" y="177"/>
                    <a:pt x="13" y="172"/>
                    <a:pt x="13" y="164"/>
                  </a:cubicBezTo>
                  <a:cubicBezTo>
                    <a:pt x="13" y="157"/>
                    <a:pt x="19" y="152"/>
                    <a:pt x="26" y="152"/>
                  </a:cubicBezTo>
                  <a:cubicBezTo>
                    <a:pt x="27" y="152"/>
                    <a:pt x="28" y="152"/>
                    <a:pt x="28" y="152"/>
                  </a:cubicBezTo>
                  <a:cubicBezTo>
                    <a:pt x="33" y="153"/>
                    <a:pt x="37" y="156"/>
                    <a:pt x="37" y="161"/>
                  </a:cubicBezTo>
                  <a:cubicBezTo>
                    <a:pt x="38" y="162"/>
                    <a:pt x="38" y="164"/>
                    <a:pt x="38" y="164"/>
                  </a:cubicBezTo>
                  <a:close/>
                  <a:moveTo>
                    <a:pt x="80" y="116"/>
                  </a:moveTo>
                  <a:cubicBezTo>
                    <a:pt x="80" y="116"/>
                    <a:pt x="79" y="116"/>
                    <a:pt x="78" y="116"/>
                  </a:cubicBezTo>
                  <a:cubicBezTo>
                    <a:pt x="74" y="115"/>
                    <a:pt x="69" y="112"/>
                    <a:pt x="69" y="107"/>
                  </a:cubicBezTo>
                  <a:cubicBezTo>
                    <a:pt x="69" y="106"/>
                    <a:pt x="69" y="105"/>
                    <a:pt x="69" y="104"/>
                  </a:cubicBezTo>
                  <a:cubicBezTo>
                    <a:pt x="69" y="97"/>
                    <a:pt x="74" y="91"/>
                    <a:pt x="80" y="91"/>
                  </a:cubicBezTo>
                  <a:cubicBezTo>
                    <a:pt x="87" y="91"/>
                    <a:pt x="93" y="97"/>
                    <a:pt x="93" y="104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9"/>
                    <a:pt x="90" y="114"/>
                    <a:pt x="85" y="115"/>
                  </a:cubicBezTo>
                  <a:cubicBezTo>
                    <a:pt x="84" y="116"/>
                    <a:pt x="82" y="116"/>
                    <a:pt x="80" y="116"/>
                  </a:cubicBezTo>
                  <a:close/>
                  <a:moveTo>
                    <a:pt x="151" y="146"/>
                  </a:moveTo>
                  <a:cubicBezTo>
                    <a:pt x="151" y="152"/>
                    <a:pt x="145" y="158"/>
                    <a:pt x="139" y="158"/>
                  </a:cubicBezTo>
                  <a:cubicBezTo>
                    <a:pt x="132" y="158"/>
                    <a:pt x="126" y="152"/>
                    <a:pt x="126" y="146"/>
                  </a:cubicBezTo>
                  <a:cubicBezTo>
                    <a:pt x="126" y="145"/>
                    <a:pt x="126" y="145"/>
                    <a:pt x="126" y="145"/>
                  </a:cubicBezTo>
                  <a:cubicBezTo>
                    <a:pt x="126" y="139"/>
                    <a:pt x="130" y="136"/>
                    <a:pt x="134" y="134"/>
                  </a:cubicBezTo>
                  <a:cubicBezTo>
                    <a:pt x="135" y="133"/>
                    <a:pt x="137" y="133"/>
                    <a:pt x="139" y="133"/>
                  </a:cubicBezTo>
                  <a:cubicBezTo>
                    <a:pt x="140" y="133"/>
                    <a:pt x="140" y="133"/>
                    <a:pt x="140" y="133"/>
                  </a:cubicBezTo>
                  <a:cubicBezTo>
                    <a:pt x="144" y="133"/>
                    <a:pt x="149" y="137"/>
                    <a:pt x="151" y="141"/>
                  </a:cubicBezTo>
                  <a:cubicBezTo>
                    <a:pt x="151" y="142"/>
                    <a:pt x="151" y="144"/>
                    <a:pt x="151" y="146"/>
                  </a:cubicBezTo>
                  <a:close/>
                  <a:moveTo>
                    <a:pt x="208" y="90"/>
                  </a:moveTo>
                  <a:cubicBezTo>
                    <a:pt x="202" y="90"/>
                    <a:pt x="197" y="89"/>
                    <a:pt x="191" y="86"/>
                  </a:cubicBezTo>
                  <a:cubicBezTo>
                    <a:pt x="188" y="84"/>
                    <a:pt x="184" y="82"/>
                    <a:pt x="181" y="78"/>
                  </a:cubicBezTo>
                  <a:cubicBezTo>
                    <a:pt x="175" y="72"/>
                    <a:pt x="170" y="62"/>
                    <a:pt x="170" y="51"/>
                  </a:cubicBezTo>
                  <a:cubicBezTo>
                    <a:pt x="170" y="30"/>
                    <a:pt x="187" y="13"/>
                    <a:pt x="208" y="13"/>
                  </a:cubicBezTo>
                  <a:cubicBezTo>
                    <a:pt x="230" y="13"/>
                    <a:pt x="247" y="30"/>
                    <a:pt x="247" y="51"/>
                  </a:cubicBezTo>
                  <a:cubicBezTo>
                    <a:pt x="247" y="73"/>
                    <a:pt x="230" y="90"/>
                    <a:pt x="208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B9353C7F-D73E-B741-B879-7A160E0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800"/>
              <a:ext cx="17" cy="16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0 h 16"/>
                <a:gd name="T4" fmla="*/ 17 w 17"/>
                <a:gd name="T5" fmla="*/ 16 h 16"/>
                <a:gd name="T6" fmla="*/ 0 w 17"/>
                <a:gd name="T7" fmla="*/ 16 h 16"/>
                <a:gd name="T8" fmla="*/ 0 w 17"/>
                <a:gd name="T9" fmla="*/ 0 h 16"/>
                <a:gd name="T10" fmla="*/ 0 w 17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0"/>
                  </a:lnTo>
                  <a:lnTo>
                    <a:pt x="17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6486A7B7-4FAD-3449-8DAB-F23DCD605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725"/>
              <a:ext cx="65" cy="67"/>
            </a:xfrm>
            <a:custGeom>
              <a:avLst/>
              <a:gdLst>
                <a:gd name="T0" fmla="*/ 21 w 43"/>
                <a:gd name="T1" fmla="*/ 0 h 45"/>
                <a:gd name="T2" fmla="*/ 6 w 43"/>
                <a:gd name="T3" fmla="*/ 6 h 45"/>
                <a:gd name="T4" fmla="*/ 0 w 43"/>
                <a:gd name="T5" fmla="*/ 18 h 45"/>
                <a:gd name="T6" fmla="*/ 10 w 43"/>
                <a:gd name="T7" fmla="*/ 19 h 45"/>
                <a:gd name="T8" fmla="*/ 14 w 43"/>
                <a:gd name="T9" fmla="*/ 12 h 45"/>
                <a:gd name="T10" fmla="*/ 21 w 43"/>
                <a:gd name="T11" fmla="*/ 9 h 45"/>
                <a:gd name="T12" fmla="*/ 28 w 43"/>
                <a:gd name="T13" fmla="*/ 11 h 45"/>
                <a:gd name="T14" fmla="*/ 31 w 43"/>
                <a:gd name="T15" fmla="*/ 17 h 45"/>
                <a:gd name="T16" fmla="*/ 29 w 43"/>
                <a:gd name="T17" fmla="*/ 22 h 45"/>
                <a:gd name="T18" fmla="*/ 24 w 43"/>
                <a:gd name="T19" fmla="*/ 27 h 45"/>
                <a:gd name="T20" fmla="*/ 17 w 43"/>
                <a:gd name="T21" fmla="*/ 35 h 45"/>
                <a:gd name="T22" fmla="*/ 15 w 43"/>
                <a:gd name="T23" fmla="*/ 43 h 45"/>
                <a:gd name="T24" fmla="*/ 16 w 43"/>
                <a:gd name="T25" fmla="*/ 45 h 45"/>
                <a:gd name="T26" fmla="*/ 26 w 43"/>
                <a:gd name="T27" fmla="*/ 45 h 45"/>
                <a:gd name="T28" fmla="*/ 27 w 43"/>
                <a:gd name="T29" fmla="*/ 39 h 45"/>
                <a:gd name="T30" fmla="*/ 31 w 43"/>
                <a:gd name="T31" fmla="*/ 34 h 45"/>
                <a:gd name="T32" fmla="*/ 40 w 43"/>
                <a:gd name="T33" fmla="*/ 25 h 45"/>
                <a:gd name="T34" fmla="*/ 43 w 43"/>
                <a:gd name="T35" fmla="*/ 17 h 45"/>
                <a:gd name="T36" fmla="*/ 36 w 43"/>
                <a:gd name="T37" fmla="*/ 6 h 45"/>
                <a:gd name="T38" fmla="*/ 21 w 43"/>
                <a:gd name="T3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" h="45">
                  <a:moveTo>
                    <a:pt x="21" y="0"/>
                  </a:moveTo>
                  <a:cubicBezTo>
                    <a:pt x="15" y="0"/>
                    <a:pt x="10" y="2"/>
                    <a:pt x="6" y="6"/>
                  </a:cubicBezTo>
                  <a:cubicBezTo>
                    <a:pt x="2" y="9"/>
                    <a:pt x="0" y="13"/>
                    <a:pt x="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16"/>
                    <a:pt x="12" y="13"/>
                    <a:pt x="14" y="12"/>
                  </a:cubicBezTo>
                  <a:cubicBezTo>
                    <a:pt x="16" y="10"/>
                    <a:pt x="19" y="9"/>
                    <a:pt x="21" y="9"/>
                  </a:cubicBezTo>
                  <a:cubicBezTo>
                    <a:pt x="25" y="9"/>
                    <a:pt x="27" y="10"/>
                    <a:pt x="28" y="11"/>
                  </a:cubicBezTo>
                  <a:cubicBezTo>
                    <a:pt x="30" y="13"/>
                    <a:pt x="31" y="15"/>
                    <a:pt x="31" y="17"/>
                  </a:cubicBezTo>
                  <a:cubicBezTo>
                    <a:pt x="31" y="19"/>
                    <a:pt x="31" y="20"/>
                    <a:pt x="29" y="22"/>
                  </a:cubicBezTo>
                  <a:cubicBezTo>
                    <a:pt x="29" y="23"/>
                    <a:pt x="27" y="25"/>
                    <a:pt x="24" y="27"/>
                  </a:cubicBezTo>
                  <a:cubicBezTo>
                    <a:pt x="20" y="30"/>
                    <a:pt x="19" y="32"/>
                    <a:pt x="17" y="35"/>
                  </a:cubicBezTo>
                  <a:cubicBezTo>
                    <a:pt x="16" y="36"/>
                    <a:pt x="15" y="39"/>
                    <a:pt x="15" y="43"/>
                  </a:cubicBezTo>
                  <a:cubicBezTo>
                    <a:pt x="15" y="43"/>
                    <a:pt x="15" y="44"/>
                    <a:pt x="16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6" y="43"/>
                    <a:pt x="26" y="40"/>
                    <a:pt x="27" y="39"/>
                  </a:cubicBezTo>
                  <a:cubicBezTo>
                    <a:pt x="27" y="38"/>
                    <a:pt x="28" y="36"/>
                    <a:pt x="31" y="34"/>
                  </a:cubicBezTo>
                  <a:cubicBezTo>
                    <a:pt x="36" y="30"/>
                    <a:pt x="39" y="27"/>
                    <a:pt x="40" y="25"/>
                  </a:cubicBezTo>
                  <a:cubicBezTo>
                    <a:pt x="42" y="23"/>
                    <a:pt x="43" y="20"/>
                    <a:pt x="43" y="17"/>
                  </a:cubicBezTo>
                  <a:cubicBezTo>
                    <a:pt x="43" y="13"/>
                    <a:pt x="40" y="9"/>
                    <a:pt x="36" y="6"/>
                  </a:cubicBezTo>
                  <a:cubicBezTo>
                    <a:pt x="33" y="2"/>
                    <a:pt x="27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6" name="Group 71">
            <a:extLst>
              <a:ext uri="{FF2B5EF4-FFF2-40B4-BE49-F238E27FC236}">
                <a16:creationId xmlns:a16="http://schemas.microsoft.com/office/drawing/2014/main" id="{812AA5DC-A4DD-534D-91AC-87DD09713D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67337" y="3111955"/>
            <a:ext cx="516168" cy="491534"/>
            <a:chOff x="6721" y="1874"/>
            <a:chExt cx="440" cy="419"/>
          </a:xfrm>
          <a:solidFill>
            <a:schemeClr val="accent1"/>
          </a:solidFill>
        </p:grpSpPr>
        <p:sp>
          <p:nvSpPr>
            <p:cNvPr id="247" name="Freeform 72">
              <a:extLst>
                <a:ext uri="{FF2B5EF4-FFF2-40B4-BE49-F238E27FC236}">
                  <a16:creationId xmlns:a16="http://schemas.microsoft.com/office/drawing/2014/main" id="{1D7E026E-1643-2347-9166-545F7A08B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3" y="1952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8" name="Freeform 73">
              <a:extLst>
                <a:ext uri="{FF2B5EF4-FFF2-40B4-BE49-F238E27FC236}">
                  <a16:creationId xmlns:a16="http://schemas.microsoft.com/office/drawing/2014/main" id="{5351C73B-0BA7-0241-A5BE-40597F228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9" y="1898"/>
              <a:ext cx="182" cy="180"/>
            </a:xfrm>
            <a:custGeom>
              <a:avLst/>
              <a:gdLst>
                <a:gd name="T0" fmla="*/ 48 w 119"/>
                <a:gd name="T1" fmla="*/ 120 h 120"/>
                <a:gd name="T2" fmla="*/ 42 w 119"/>
                <a:gd name="T3" fmla="*/ 104 h 120"/>
                <a:gd name="T4" fmla="*/ 22 w 119"/>
                <a:gd name="T5" fmla="*/ 102 h 120"/>
                <a:gd name="T6" fmla="*/ 1 w 119"/>
                <a:gd name="T7" fmla="*/ 79 h 120"/>
                <a:gd name="T8" fmla="*/ 4 w 119"/>
                <a:gd name="T9" fmla="*/ 71 h 120"/>
                <a:gd name="T10" fmla="*/ 11 w 119"/>
                <a:gd name="T11" fmla="*/ 60 h 120"/>
                <a:gd name="T12" fmla="*/ 4 w 119"/>
                <a:gd name="T13" fmla="*/ 48 h 120"/>
                <a:gd name="T14" fmla="*/ 2 w 119"/>
                <a:gd name="T15" fmla="*/ 40 h 120"/>
                <a:gd name="T16" fmla="*/ 22 w 119"/>
                <a:gd name="T17" fmla="*/ 17 h 120"/>
                <a:gd name="T18" fmla="*/ 42 w 119"/>
                <a:gd name="T19" fmla="*/ 15 h 120"/>
                <a:gd name="T20" fmla="*/ 48 w 119"/>
                <a:gd name="T21" fmla="*/ 0 h 120"/>
                <a:gd name="T22" fmla="*/ 78 w 119"/>
                <a:gd name="T23" fmla="*/ 6 h 120"/>
                <a:gd name="T24" fmla="*/ 89 w 119"/>
                <a:gd name="T25" fmla="*/ 22 h 120"/>
                <a:gd name="T26" fmla="*/ 102 w 119"/>
                <a:gd name="T27" fmla="*/ 16 h 120"/>
                <a:gd name="T28" fmla="*/ 117 w 119"/>
                <a:gd name="T29" fmla="*/ 40 h 120"/>
                <a:gd name="T30" fmla="*/ 115 w 119"/>
                <a:gd name="T31" fmla="*/ 48 h 120"/>
                <a:gd name="T32" fmla="*/ 107 w 119"/>
                <a:gd name="T33" fmla="*/ 60 h 120"/>
                <a:gd name="T34" fmla="*/ 115 w 119"/>
                <a:gd name="T35" fmla="*/ 71 h 120"/>
                <a:gd name="T36" fmla="*/ 106 w 119"/>
                <a:gd name="T37" fmla="*/ 100 h 120"/>
                <a:gd name="T38" fmla="*/ 97 w 119"/>
                <a:gd name="T39" fmla="*/ 102 h 120"/>
                <a:gd name="T40" fmla="*/ 78 w 119"/>
                <a:gd name="T41" fmla="*/ 104 h 120"/>
                <a:gd name="T42" fmla="*/ 72 w 119"/>
                <a:gd name="T43" fmla="*/ 120 h 120"/>
                <a:gd name="T44" fmla="*/ 66 w 119"/>
                <a:gd name="T45" fmla="*/ 108 h 120"/>
                <a:gd name="T46" fmla="*/ 71 w 119"/>
                <a:gd name="T47" fmla="*/ 94 h 120"/>
                <a:gd name="T48" fmla="*/ 92 w 119"/>
                <a:gd name="T49" fmla="*/ 85 h 120"/>
                <a:gd name="T50" fmla="*/ 104 w 119"/>
                <a:gd name="T51" fmla="*/ 78 h 120"/>
                <a:gd name="T52" fmla="*/ 95 w 119"/>
                <a:gd name="T53" fmla="*/ 68 h 120"/>
                <a:gd name="T54" fmla="*/ 94 w 119"/>
                <a:gd name="T55" fmla="*/ 51 h 120"/>
                <a:gd name="T56" fmla="*/ 104 w 119"/>
                <a:gd name="T57" fmla="*/ 41 h 120"/>
                <a:gd name="T58" fmla="*/ 92 w 119"/>
                <a:gd name="T59" fmla="*/ 34 h 120"/>
                <a:gd name="T60" fmla="*/ 70 w 119"/>
                <a:gd name="T61" fmla="*/ 25 h 120"/>
                <a:gd name="T62" fmla="*/ 66 w 119"/>
                <a:gd name="T63" fmla="*/ 12 h 120"/>
                <a:gd name="T64" fmla="*/ 54 w 119"/>
                <a:gd name="T65" fmla="*/ 19 h 120"/>
                <a:gd name="T66" fmla="*/ 35 w 119"/>
                <a:gd name="T67" fmla="*/ 33 h 120"/>
                <a:gd name="T68" fmla="*/ 21 w 119"/>
                <a:gd name="T69" fmla="*/ 30 h 120"/>
                <a:gd name="T70" fmla="*/ 22 w 119"/>
                <a:gd name="T71" fmla="*/ 45 h 120"/>
                <a:gd name="T72" fmla="*/ 23 w 119"/>
                <a:gd name="T73" fmla="*/ 60 h 120"/>
                <a:gd name="T74" fmla="*/ 22 w 119"/>
                <a:gd name="T75" fmla="*/ 74 h 120"/>
                <a:gd name="T76" fmla="*/ 21 w 119"/>
                <a:gd name="T77" fmla="*/ 89 h 120"/>
                <a:gd name="T78" fmla="*/ 35 w 119"/>
                <a:gd name="T79" fmla="*/ 86 h 120"/>
                <a:gd name="T80" fmla="*/ 54 w 119"/>
                <a:gd name="T81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9" h="120">
                  <a:moveTo>
                    <a:pt x="72" y="120"/>
                  </a:moveTo>
                  <a:cubicBezTo>
                    <a:pt x="48" y="120"/>
                    <a:pt x="48" y="120"/>
                    <a:pt x="48" y="120"/>
                  </a:cubicBezTo>
                  <a:cubicBezTo>
                    <a:pt x="45" y="120"/>
                    <a:pt x="42" y="117"/>
                    <a:pt x="42" y="11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38" y="102"/>
                    <a:pt x="34" y="100"/>
                    <a:pt x="30" y="97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19" y="104"/>
                    <a:pt x="15" y="103"/>
                    <a:pt x="13" y="100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78"/>
                    <a:pt x="0" y="76"/>
                    <a:pt x="1" y="75"/>
                  </a:cubicBezTo>
                  <a:cubicBezTo>
                    <a:pt x="1" y="73"/>
                    <a:pt x="2" y="72"/>
                    <a:pt x="4" y="71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4"/>
                    <a:pt x="11" y="62"/>
                    <a:pt x="11" y="60"/>
                  </a:cubicBezTo>
                  <a:cubicBezTo>
                    <a:pt x="11" y="57"/>
                    <a:pt x="12" y="55"/>
                    <a:pt x="12" y="53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7"/>
                    <a:pt x="1" y="46"/>
                    <a:pt x="1" y="44"/>
                  </a:cubicBezTo>
                  <a:cubicBezTo>
                    <a:pt x="1" y="43"/>
                    <a:pt x="1" y="41"/>
                    <a:pt x="2" y="40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6"/>
                    <a:pt x="19" y="15"/>
                    <a:pt x="22" y="17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4" y="19"/>
                    <a:pt x="38" y="17"/>
                    <a:pt x="42" y="1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2"/>
                    <a:pt x="78" y="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7"/>
                    <a:pt x="86" y="19"/>
                    <a:pt x="89" y="22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9" y="16"/>
                    <a:pt x="100" y="16"/>
                    <a:pt x="102" y="16"/>
                  </a:cubicBezTo>
                  <a:cubicBezTo>
                    <a:pt x="103" y="17"/>
                    <a:pt x="105" y="18"/>
                    <a:pt x="105" y="19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8" y="41"/>
                    <a:pt x="118" y="43"/>
                    <a:pt x="118" y="44"/>
                  </a:cubicBezTo>
                  <a:cubicBezTo>
                    <a:pt x="118" y="46"/>
                    <a:pt x="117" y="47"/>
                    <a:pt x="115" y="48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5"/>
                    <a:pt x="107" y="57"/>
                    <a:pt x="107" y="60"/>
                  </a:cubicBezTo>
                  <a:cubicBezTo>
                    <a:pt x="107" y="62"/>
                    <a:pt x="107" y="64"/>
                    <a:pt x="107" y="66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8" y="73"/>
                    <a:pt x="119" y="76"/>
                    <a:pt x="118" y="7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4" y="102"/>
                    <a:pt x="102" y="103"/>
                  </a:cubicBezTo>
                  <a:cubicBezTo>
                    <a:pt x="100" y="103"/>
                    <a:pt x="99" y="103"/>
                    <a:pt x="97" y="102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86" y="100"/>
                    <a:pt x="82" y="102"/>
                    <a:pt x="78" y="10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7"/>
                    <a:pt x="76" y="120"/>
                    <a:pt x="72" y="120"/>
                  </a:cubicBezTo>
                  <a:close/>
                  <a:moveTo>
                    <a:pt x="54" y="108"/>
                  </a:moveTo>
                  <a:cubicBezTo>
                    <a:pt x="66" y="108"/>
                    <a:pt x="66" y="108"/>
                    <a:pt x="66" y="108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7"/>
                    <a:pt x="68" y="95"/>
                    <a:pt x="71" y="94"/>
                  </a:cubicBezTo>
                  <a:cubicBezTo>
                    <a:pt x="76" y="92"/>
                    <a:pt x="81" y="90"/>
                    <a:pt x="85" y="86"/>
                  </a:cubicBezTo>
                  <a:cubicBezTo>
                    <a:pt x="87" y="84"/>
                    <a:pt x="89" y="83"/>
                    <a:pt x="92" y="85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95" y="73"/>
                    <a:pt x="94" y="70"/>
                    <a:pt x="95" y="68"/>
                  </a:cubicBezTo>
                  <a:cubicBezTo>
                    <a:pt x="95" y="65"/>
                    <a:pt x="95" y="62"/>
                    <a:pt x="95" y="60"/>
                  </a:cubicBezTo>
                  <a:cubicBezTo>
                    <a:pt x="95" y="57"/>
                    <a:pt x="95" y="54"/>
                    <a:pt x="94" y="51"/>
                  </a:cubicBezTo>
                  <a:cubicBezTo>
                    <a:pt x="94" y="49"/>
                    <a:pt x="95" y="46"/>
                    <a:pt x="97" y="4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89" y="36"/>
                    <a:pt x="87" y="35"/>
                    <a:pt x="85" y="33"/>
                  </a:cubicBezTo>
                  <a:cubicBezTo>
                    <a:pt x="81" y="30"/>
                    <a:pt x="76" y="27"/>
                    <a:pt x="70" y="25"/>
                  </a:cubicBezTo>
                  <a:cubicBezTo>
                    <a:pt x="68" y="24"/>
                    <a:pt x="66" y="22"/>
                    <a:pt x="66" y="19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22"/>
                    <a:pt x="53" y="24"/>
                    <a:pt x="50" y="25"/>
                  </a:cubicBezTo>
                  <a:cubicBezTo>
                    <a:pt x="44" y="27"/>
                    <a:pt x="39" y="30"/>
                    <a:pt x="35" y="33"/>
                  </a:cubicBezTo>
                  <a:cubicBezTo>
                    <a:pt x="33" y="35"/>
                    <a:pt x="30" y="36"/>
                    <a:pt x="28" y="3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4" y="46"/>
                    <a:pt x="25" y="49"/>
                    <a:pt x="25" y="51"/>
                  </a:cubicBezTo>
                  <a:cubicBezTo>
                    <a:pt x="24" y="54"/>
                    <a:pt x="23" y="57"/>
                    <a:pt x="23" y="60"/>
                  </a:cubicBezTo>
                  <a:cubicBezTo>
                    <a:pt x="23" y="62"/>
                    <a:pt x="24" y="65"/>
                    <a:pt x="24" y="68"/>
                  </a:cubicBezTo>
                  <a:cubicBezTo>
                    <a:pt x="25" y="70"/>
                    <a:pt x="24" y="73"/>
                    <a:pt x="22" y="74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8" y="85"/>
                    <a:pt x="28" y="85"/>
                    <a:pt x="28" y="85"/>
                  </a:cubicBezTo>
                  <a:cubicBezTo>
                    <a:pt x="30" y="84"/>
                    <a:pt x="33" y="84"/>
                    <a:pt x="35" y="86"/>
                  </a:cubicBezTo>
                  <a:cubicBezTo>
                    <a:pt x="39" y="89"/>
                    <a:pt x="44" y="92"/>
                    <a:pt x="50" y="94"/>
                  </a:cubicBezTo>
                  <a:cubicBezTo>
                    <a:pt x="53" y="95"/>
                    <a:pt x="54" y="97"/>
                    <a:pt x="54" y="100"/>
                  </a:cubicBezTo>
                  <a:lnTo>
                    <a:pt x="5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49" name="Freeform 74">
              <a:extLst>
                <a:ext uri="{FF2B5EF4-FFF2-40B4-BE49-F238E27FC236}">
                  <a16:creationId xmlns:a16="http://schemas.microsoft.com/office/drawing/2014/main" id="{D0E469F3-B678-D945-AFB3-6BFFD229C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6" y="2095"/>
              <a:ext cx="330" cy="198"/>
            </a:xfrm>
            <a:custGeom>
              <a:avLst/>
              <a:gdLst>
                <a:gd name="T0" fmla="*/ 210 w 216"/>
                <a:gd name="T1" fmla="*/ 132 h 132"/>
                <a:gd name="T2" fmla="*/ 6 w 216"/>
                <a:gd name="T3" fmla="*/ 132 h 132"/>
                <a:gd name="T4" fmla="*/ 0 w 216"/>
                <a:gd name="T5" fmla="*/ 126 h 132"/>
                <a:gd name="T6" fmla="*/ 0 w 216"/>
                <a:gd name="T7" fmla="*/ 6 h 132"/>
                <a:gd name="T8" fmla="*/ 6 w 216"/>
                <a:gd name="T9" fmla="*/ 0 h 132"/>
                <a:gd name="T10" fmla="*/ 210 w 216"/>
                <a:gd name="T11" fmla="*/ 0 h 132"/>
                <a:gd name="T12" fmla="*/ 216 w 216"/>
                <a:gd name="T13" fmla="*/ 6 h 132"/>
                <a:gd name="T14" fmla="*/ 216 w 216"/>
                <a:gd name="T15" fmla="*/ 126 h 132"/>
                <a:gd name="T16" fmla="*/ 210 w 216"/>
                <a:gd name="T17" fmla="*/ 132 h 132"/>
                <a:gd name="T18" fmla="*/ 12 w 216"/>
                <a:gd name="T19" fmla="*/ 120 h 132"/>
                <a:gd name="T20" fmla="*/ 204 w 216"/>
                <a:gd name="T21" fmla="*/ 120 h 132"/>
                <a:gd name="T22" fmla="*/ 204 w 216"/>
                <a:gd name="T23" fmla="*/ 12 h 132"/>
                <a:gd name="T24" fmla="*/ 12 w 216"/>
                <a:gd name="T25" fmla="*/ 12 h 132"/>
                <a:gd name="T26" fmla="*/ 12 w 216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132">
                  <a:moveTo>
                    <a:pt x="210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3" y="132"/>
                    <a:pt x="0" y="129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2"/>
                    <a:pt x="216" y="6"/>
                  </a:cubicBezTo>
                  <a:cubicBezTo>
                    <a:pt x="216" y="126"/>
                    <a:pt x="216" y="126"/>
                    <a:pt x="216" y="126"/>
                  </a:cubicBezTo>
                  <a:cubicBezTo>
                    <a:pt x="216" y="129"/>
                    <a:pt x="214" y="132"/>
                    <a:pt x="210" y="132"/>
                  </a:cubicBezTo>
                  <a:close/>
                  <a:moveTo>
                    <a:pt x="12" y="120"/>
                  </a:moveTo>
                  <a:cubicBezTo>
                    <a:pt x="204" y="120"/>
                    <a:pt x="204" y="120"/>
                    <a:pt x="204" y="12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0" name="Freeform 75">
              <a:extLst>
                <a:ext uri="{FF2B5EF4-FFF2-40B4-BE49-F238E27FC236}">
                  <a16:creationId xmlns:a16="http://schemas.microsoft.com/office/drawing/2014/main" id="{B77FEEF7-7A7C-6643-BD56-5BEB58280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" y="2049"/>
              <a:ext cx="330" cy="64"/>
            </a:xfrm>
            <a:custGeom>
              <a:avLst/>
              <a:gdLst>
                <a:gd name="T0" fmla="*/ 210 w 216"/>
                <a:gd name="T1" fmla="*/ 43 h 43"/>
                <a:gd name="T2" fmla="*/ 6 w 216"/>
                <a:gd name="T3" fmla="*/ 43 h 43"/>
                <a:gd name="T4" fmla="*/ 1 w 216"/>
                <a:gd name="T5" fmla="*/ 40 h 43"/>
                <a:gd name="T6" fmla="*/ 1 w 216"/>
                <a:gd name="T7" fmla="*/ 35 h 43"/>
                <a:gd name="T8" fmla="*/ 11 w 216"/>
                <a:gd name="T9" fmla="*/ 5 h 43"/>
                <a:gd name="T10" fmla="*/ 18 w 216"/>
                <a:gd name="T11" fmla="*/ 1 h 43"/>
                <a:gd name="T12" fmla="*/ 22 w 216"/>
                <a:gd name="T13" fmla="*/ 8 h 43"/>
                <a:gd name="T14" fmla="*/ 15 w 216"/>
                <a:gd name="T15" fmla="*/ 31 h 43"/>
                <a:gd name="T16" fmla="*/ 210 w 216"/>
                <a:gd name="T17" fmla="*/ 31 h 43"/>
                <a:gd name="T18" fmla="*/ 216 w 216"/>
                <a:gd name="T19" fmla="*/ 37 h 43"/>
                <a:gd name="T20" fmla="*/ 210 w 216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" h="43">
                  <a:moveTo>
                    <a:pt x="210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4" y="43"/>
                    <a:pt x="3" y="42"/>
                    <a:pt x="1" y="40"/>
                  </a:cubicBezTo>
                  <a:cubicBezTo>
                    <a:pt x="0" y="38"/>
                    <a:pt x="0" y="36"/>
                    <a:pt x="1" y="3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1"/>
                  </a:cubicBezTo>
                  <a:cubicBezTo>
                    <a:pt x="21" y="2"/>
                    <a:pt x="23" y="5"/>
                    <a:pt x="22" y="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0" y="31"/>
                    <a:pt x="210" y="31"/>
                    <a:pt x="210" y="31"/>
                  </a:cubicBezTo>
                  <a:cubicBezTo>
                    <a:pt x="214" y="31"/>
                    <a:pt x="216" y="33"/>
                    <a:pt x="216" y="37"/>
                  </a:cubicBezTo>
                  <a:cubicBezTo>
                    <a:pt x="216" y="40"/>
                    <a:pt x="214" y="43"/>
                    <a:pt x="21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1" name="Freeform 76">
              <a:extLst>
                <a:ext uri="{FF2B5EF4-FFF2-40B4-BE49-F238E27FC236}">
                  <a16:creationId xmlns:a16="http://schemas.microsoft.com/office/drawing/2014/main" id="{3B035025-AC90-7E49-BF74-FB46A87DC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" y="1988"/>
              <a:ext cx="72" cy="18"/>
            </a:xfrm>
            <a:custGeom>
              <a:avLst/>
              <a:gdLst>
                <a:gd name="T0" fmla="*/ 41 w 47"/>
                <a:gd name="T1" fmla="*/ 12 h 12"/>
                <a:gd name="T2" fmla="*/ 6 w 47"/>
                <a:gd name="T3" fmla="*/ 12 h 12"/>
                <a:gd name="T4" fmla="*/ 0 w 47"/>
                <a:gd name="T5" fmla="*/ 6 h 12"/>
                <a:gd name="T6" fmla="*/ 6 w 47"/>
                <a:gd name="T7" fmla="*/ 0 h 12"/>
                <a:gd name="T8" fmla="*/ 41 w 47"/>
                <a:gd name="T9" fmla="*/ 0 h 12"/>
                <a:gd name="T10" fmla="*/ 47 w 47"/>
                <a:gd name="T11" fmla="*/ 6 h 12"/>
                <a:gd name="T12" fmla="*/ 41 w 47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2">
                  <a:moveTo>
                    <a:pt x="41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5" y="0"/>
                    <a:pt x="47" y="2"/>
                    <a:pt x="47" y="6"/>
                  </a:cubicBezTo>
                  <a:cubicBezTo>
                    <a:pt x="47" y="9"/>
                    <a:pt x="45" y="12"/>
                    <a:pt x="4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2" name="Freeform 77">
              <a:extLst>
                <a:ext uri="{FF2B5EF4-FFF2-40B4-BE49-F238E27FC236}">
                  <a16:creationId xmlns:a16="http://schemas.microsoft.com/office/drawing/2014/main" id="{4B9EEDFD-B5F6-5942-AA55-8425057F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" y="1995"/>
              <a:ext cx="78" cy="77"/>
            </a:xfrm>
            <a:custGeom>
              <a:avLst/>
              <a:gdLst>
                <a:gd name="T0" fmla="*/ 44 w 51"/>
                <a:gd name="T1" fmla="*/ 51 h 51"/>
                <a:gd name="T2" fmla="*/ 40 w 51"/>
                <a:gd name="T3" fmla="*/ 49 h 51"/>
                <a:gd name="T4" fmla="*/ 2 w 51"/>
                <a:gd name="T5" fmla="*/ 11 h 51"/>
                <a:gd name="T6" fmla="*/ 2 w 51"/>
                <a:gd name="T7" fmla="*/ 2 h 51"/>
                <a:gd name="T8" fmla="*/ 11 w 51"/>
                <a:gd name="T9" fmla="*/ 2 h 51"/>
                <a:gd name="T10" fmla="*/ 48 w 51"/>
                <a:gd name="T11" fmla="*/ 40 h 51"/>
                <a:gd name="T12" fmla="*/ 48 w 51"/>
                <a:gd name="T13" fmla="*/ 49 h 51"/>
                <a:gd name="T14" fmla="*/ 44 w 51"/>
                <a:gd name="T1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cubicBezTo>
                    <a:pt x="43" y="51"/>
                    <a:pt x="41" y="50"/>
                    <a:pt x="40" y="4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1" y="43"/>
                    <a:pt x="51" y="47"/>
                    <a:pt x="48" y="49"/>
                  </a:cubicBezTo>
                  <a:cubicBezTo>
                    <a:pt x="47" y="50"/>
                    <a:pt x="46" y="51"/>
                    <a:pt x="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3" name="Freeform 78">
              <a:extLst>
                <a:ext uri="{FF2B5EF4-FFF2-40B4-BE49-F238E27FC236}">
                  <a16:creationId xmlns:a16="http://schemas.microsoft.com/office/drawing/2014/main" id="{8B50B4AE-2180-ED47-B4DC-A8F6FCB2F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21" y="1874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5" y="108"/>
                    <a:pt x="0" y="84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8" y="96"/>
                    <a:pt x="96" y="77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4" name="Freeform 79">
              <a:extLst>
                <a:ext uri="{FF2B5EF4-FFF2-40B4-BE49-F238E27FC236}">
                  <a16:creationId xmlns:a16="http://schemas.microsoft.com/office/drawing/2014/main" id="{3D3213DB-D615-0D43-8639-180B31371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1" y="2203"/>
              <a:ext cx="128" cy="54"/>
            </a:xfrm>
            <a:custGeom>
              <a:avLst/>
              <a:gdLst>
                <a:gd name="T0" fmla="*/ 78 w 84"/>
                <a:gd name="T1" fmla="*/ 36 h 36"/>
                <a:gd name="T2" fmla="*/ 6 w 84"/>
                <a:gd name="T3" fmla="*/ 36 h 36"/>
                <a:gd name="T4" fmla="*/ 0 w 84"/>
                <a:gd name="T5" fmla="*/ 30 h 36"/>
                <a:gd name="T6" fmla="*/ 0 w 84"/>
                <a:gd name="T7" fmla="*/ 6 h 36"/>
                <a:gd name="T8" fmla="*/ 6 w 84"/>
                <a:gd name="T9" fmla="*/ 0 h 36"/>
                <a:gd name="T10" fmla="*/ 78 w 84"/>
                <a:gd name="T11" fmla="*/ 0 h 36"/>
                <a:gd name="T12" fmla="*/ 84 w 84"/>
                <a:gd name="T13" fmla="*/ 6 h 36"/>
                <a:gd name="T14" fmla="*/ 84 w 84"/>
                <a:gd name="T15" fmla="*/ 30 h 36"/>
                <a:gd name="T16" fmla="*/ 78 w 84"/>
                <a:gd name="T17" fmla="*/ 36 h 36"/>
                <a:gd name="T18" fmla="*/ 12 w 84"/>
                <a:gd name="T19" fmla="*/ 24 h 36"/>
                <a:gd name="T20" fmla="*/ 72 w 84"/>
                <a:gd name="T21" fmla="*/ 24 h 36"/>
                <a:gd name="T22" fmla="*/ 72 w 84"/>
                <a:gd name="T23" fmla="*/ 12 h 36"/>
                <a:gd name="T24" fmla="*/ 12 w 84"/>
                <a:gd name="T25" fmla="*/ 12 h 36"/>
                <a:gd name="T26" fmla="*/ 12 w 84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78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2"/>
                    <a:pt x="84" y="6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33"/>
                    <a:pt x="82" y="36"/>
                    <a:pt x="78" y="36"/>
                  </a:cubicBezTo>
                  <a:close/>
                  <a:moveTo>
                    <a:pt x="12" y="24"/>
                  </a:moveTo>
                  <a:cubicBezTo>
                    <a:pt x="72" y="24"/>
                    <a:pt x="72" y="24"/>
                    <a:pt x="72" y="2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55" name="Group 83">
            <a:extLst>
              <a:ext uri="{FF2B5EF4-FFF2-40B4-BE49-F238E27FC236}">
                <a16:creationId xmlns:a16="http://schemas.microsoft.com/office/drawing/2014/main" id="{55833B4A-F17D-B241-A9BA-CAA65D15AF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62737" y="4307059"/>
            <a:ext cx="513716" cy="502040"/>
            <a:chOff x="2584" y="1926"/>
            <a:chExt cx="440" cy="430"/>
          </a:xfrm>
          <a:solidFill>
            <a:schemeClr val="accent1"/>
          </a:solidFill>
        </p:grpSpPr>
        <p:sp>
          <p:nvSpPr>
            <p:cNvPr id="256" name="Freeform 84">
              <a:extLst>
                <a:ext uri="{FF2B5EF4-FFF2-40B4-BE49-F238E27FC236}">
                  <a16:creationId xmlns:a16="http://schemas.microsoft.com/office/drawing/2014/main" id="{62D09E4A-E7E8-5A4A-85DE-1B4599C0D0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9" y="2033"/>
              <a:ext cx="165" cy="162"/>
            </a:xfrm>
            <a:custGeom>
              <a:avLst/>
              <a:gdLst>
                <a:gd name="T0" fmla="*/ 54 w 108"/>
                <a:gd name="T1" fmla="*/ 108 h 108"/>
                <a:gd name="T2" fmla="*/ 0 w 108"/>
                <a:gd name="T3" fmla="*/ 54 h 108"/>
                <a:gd name="T4" fmla="*/ 54 w 108"/>
                <a:gd name="T5" fmla="*/ 0 h 108"/>
                <a:gd name="T6" fmla="*/ 108 w 108"/>
                <a:gd name="T7" fmla="*/ 54 h 108"/>
                <a:gd name="T8" fmla="*/ 54 w 108"/>
                <a:gd name="T9" fmla="*/ 108 h 108"/>
                <a:gd name="T10" fmla="*/ 54 w 108"/>
                <a:gd name="T11" fmla="*/ 12 h 108"/>
                <a:gd name="T12" fmla="*/ 12 w 108"/>
                <a:gd name="T13" fmla="*/ 54 h 108"/>
                <a:gd name="T14" fmla="*/ 54 w 108"/>
                <a:gd name="T15" fmla="*/ 96 h 108"/>
                <a:gd name="T16" fmla="*/ 96 w 108"/>
                <a:gd name="T17" fmla="*/ 54 h 108"/>
                <a:gd name="T18" fmla="*/ 54 w 108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108">
                  <a:moveTo>
                    <a:pt x="54" y="108"/>
                  </a:moveTo>
                  <a:cubicBezTo>
                    <a:pt x="24" y="108"/>
                    <a:pt x="0" y="8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4"/>
                    <a:pt x="84" y="108"/>
                    <a:pt x="54" y="10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7"/>
                    <a:pt x="31" y="96"/>
                    <a:pt x="54" y="96"/>
                  </a:cubicBezTo>
                  <a:cubicBezTo>
                    <a:pt x="77" y="96"/>
                    <a:pt x="96" y="77"/>
                    <a:pt x="96" y="54"/>
                  </a:cubicBezTo>
                  <a:cubicBezTo>
                    <a:pt x="96" y="31"/>
                    <a:pt x="7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7" name="Freeform 85">
              <a:extLst>
                <a:ext uri="{FF2B5EF4-FFF2-40B4-BE49-F238E27FC236}">
                  <a16:creationId xmlns:a16="http://schemas.microsoft.com/office/drawing/2014/main" id="{B59559F8-B7D8-E64A-9FF8-99BE86B67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1989"/>
              <a:ext cx="73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8" name="Freeform 86">
              <a:extLst>
                <a:ext uri="{FF2B5EF4-FFF2-40B4-BE49-F238E27FC236}">
                  <a16:creationId xmlns:a16="http://schemas.microsoft.com/office/drawing/2014/main" id="{CB47EC8D-F2B8-9F4C-B06A-5E3E2F46D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1926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9" name="Freeform 87">
              <a:extLst>
                <a:ext uri="{FF2B5EF4-FFF2-40B4-BE49-F238E27FC236}">
                  <a16:creationId xmlns:a16="http://schemas.microsoft.com/office/drawing/2014/main" id="{DFF5E73F-F4A1-184B-8EF1-E99450FD4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84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0" name="Freeform 88">
              <a:extLst>
                <a:ext uri="{FF2B5EF4-FFF2-40B4-BE49-F238E27FC236}">
                  <a16:creationId xmlns:a16="http://schemas.microsoft.com/office/drawing/2014/main" id="{4315EC7A-FDF7-B047-92A8-C59FD41F2A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5" y="2284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1" name="Freeform 89">
              <a:extLst>
                <a:ext uri="{FF2B5EF4-FFF2-40B4-BE49-F238E27FC236}">
                  <a16:creationId xmlns:a16="http://schemas.microsoft.com/office/drawing/2014/main" id="{5CFD3D7D-9ADA-AA40-8FB5-1D7E3F968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2159"/>
              <a:ext cx="152" cy="149"/>
            </a:xfrm>
            <a:custGeom>
              <a:avLst/>
              <a:gdLst>
                <a:gd name="T0" fmla="*/ 12 w 152"/>
                <a:gd name="T1" fmla="*/ 149 h 149"/>
                <a:gd name="T2" fmla="*/ 0 w 152"/>
                <a:gd name="T3" fmla="*/ 136 h 149"/>
                <a:gd name="T4" fmla="*/ 139 w 152"/>
                <a:gd name="T5" fmla="*/ 0 h 149"/>
                <a:gd name="T6" fmla="*/ 152 w 152"/>
                <a:gd name="T7" fmla="*/ 13 h 149"/>
                <a:gd name="T8" fmla="*/ 12 w 152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9">
                  <a:moveTo>
                    <a:pt x="12" y="149"/>
                  </a:moveTo>
                  <a:lnTo>
                    <a:pt x="0" y="136"/>
                  </a:lnTo>
                  <a:lnTo>
                    <a:pt x="139" y="0"/>
                  </a:lnTo>
                  <a:lnTo>
                    <a:pt x="152" y="13"/>
                  </a:lnTo>
                  <a:lnTo>
                    <a:pt x="12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2" name="Freeform 90">
              <a:extLst>
                <a:ext uri="{FF2B5EF4-FFF2-40B4-BE49-F238E27FC236}">
                  <a16:creationId xmlns:a16="http://schemas.microsoft.com/office/drawing/2014/main" id="{BC3144C7-6411-9D4D-B367-CCFF229DB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975"/>
              <a:ext cx="98" cy="96"/>
            </a:xfrm>
            <a:custGeom>
              <a:avLst/>
              <a:gdLst>
                <a:gd name="T0" fmla="*/ 13 w 98"/>
                <a:gd name="T1" fmla="*/ 96 h 96"/>
                <a:gd name="T2" fmla="*/ 0 w 98"/>
                <a:gd name="T3" fmla="*/ 82 h 96"/>
                <a:gd name="T4" fmla="*/ 84 w 98"/>
                <a:gd name="T5" fmla="*/ 0 h 96"/>
                <a:gd name="T6" fmla="*/ 98 w 98"/>
                <a:gd name="T7" fmla="*/ 12 h 96"/>
                <a:gd name="T8" fmla="*/ 13 w 98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6">
                  <a:moveTo>
                    <a:pt x="13" y="96"/>
                  </a:moveTo>
                  <a:lnTo>
                    <a:pt x="0" y="82"/>
                  </a:lnTo>
                  <a:lnTo>
                    <a:pt x="84" y="0"/>
                  </a:lnTo>
                  <a:lnTo>
                    <a:pt x="98" y="12"/>
                  </a:lnTo>
                  <a:lnTo>
                    <a:pt x="13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3" name="Freeform 91">
              <a:extLst>
                <a:ext uri="{FF2B5EF4-FFF2-40B4-BE49-F238E27FC236}">
                  <a16:creationId xmlns:a16="http://schemas.microsoft.com/office/drawing/2014/main" id="{6E2C42D8-3319-674B-8133-E01915A2D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029"/>
              <a:ext cx="125" cy="66"/>
            </a:xfrm>
            <a:custGeom>
              <a:avLst/>
              <a:gdLst>
                <a:gd name="T0" fmla="*/ 119 w 125"/>
                <a:gd name="T1" fmla="*/ 66 h 66"/>
                <a:gd name="T2" fmla="*/ 0 w 125"/>
                <a:gd name="T3" fmla="*/ 16 h 66"/>
                <a:gd name="T4" fmla="*/ 7 w 125"/>
                <a:gd name="T5" fmla="*/ 0 h 66"/>
                <a:gd name="T6" fmla="*/ 125 w 125"/>
                <a:gd name="T7" fmla="*/ 49 h 66"/>
                <a:gd name="T8" fmla="*/ 119 w 125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66">
                  <a:moveTo>
                    <a:pt x="119" y="66"/>
                  </a:moveTo>
                  <a:lnTo>
                    <a:pt x="0" y="16"/>
                  </a:lnTo>
                  <a:lnTo>
                    <a:pt x="7" y="0"/>
                  </a:lnTo>
                  <a:lnTo>
                    <a:pt x="125" y="49"/>
                  </a:lnTo>
                  <a:lnTo>
                    <a:pt x="119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4" name="Freeform 92">
              <a:extLst>
                <a:ext uri="{FF2B5EF4-FFF2-40B4-BE49-F238E27FC236}">
                  <a16:creationId xmlns:a16="http://schemas.microsoft.com/office/drawing/2014/main" id="{8081C512-E672-CD44-BBE3-358BA6E0D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142"/>
              <a:ext cx="74" cy="44"/>
            </a:xfrm>
            <a:custGeom>
              <a:avLst/>
              <a:gdLst>
                <a:gd name="T0" fmla="*/ 66 w 74"/>
                <a:gd name="T1" fmla="*/ 44 h 44"/>
                <a:gd name="T2" fmla="*/ 0 w 74"/>
                <a:gd name="T3" fmla="*/ 17 h 44"/>
                <a:gd name="T4" fmla="*/ 8 w 74"/>
                <a:gd name="T5" fmla="*/ 0 h 44"/>
                <a:gd name="T6" fmla="*/ 74 w 74"/>
                <a:gd name="T7" fmla="*/ 27 h 44"/>
                <a:gd name="T8" fmla="*/ 66 w 74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44">
                  <a:moveTo>
                    <a:pt x="66" y="44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74" y="27"/>
                  </a:lnTo>
                  <a:lnTo>
                    <a:pt x="6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5" name="Rectangle 93">
              <a:extLst>
                <a:ext uri="{FF2B5EF4-FFF2-40B4-BE49-F238E27FC236}">
                  <a16:creationId xmlns:a16="http://schemas.microsoft.com/office/drawing/2014/main" id="{55AC4F32-9438-A14E-8D3B-30633B19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186"/>
              <a:ext cx="19" cy="10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66" name="Freeform 94">
              <a:extLst>
                <a:ext uri="{FF2B5EF4-FFF2-40B4-BE49-F238E27FC236}">
                  <a16:creationId xmlns:a16="http://schemas.microsoft.com/office/drawing/2014/main" id="{B353D0A6-EF38-0447-A7B3-679682F678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1" y="2150"/>
              <a:ext cx="73" cy="72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4"/>
                  </a:cubicBezTo>
                  <a:cubicBezTo>
                    <a:pt x="12" y="31"/>
                    <a:pt x="17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7" name="Group 59">
            <a:extLst>
              <a:ext uri="{FF2B5EF4-FFF2-40B4-BE49-F238E27FC236}">
                <a16:creationId xmlns:a16="http://schemas.microsoft.com/office/drawing/2014/main" id="{EF54C6A6-4BD1-DD43-B133-D4D226C9EE9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1257" y="4307059"/>
            <a:ext cx="493868" cy="502040"/>
            <a:chOff x="5696" y="644"/>
            <a:chExt cx="423" cy="430"/>
          </a:xfrm>
          <a:solidFill>
            <a:schemeClr val="accent1"/>
          </a:solidFill>
        </p:grpSpPr>
        <p:sp>
          <p:nvSpPr>
            <p:cNvPr id="268" name="Freeform 60">
              <a:extLst>
                <a:ext uri="{FF2B5EF4-FFF2-40B4-BE49-F238E27FC236}">
                  <a16:creationId xmlns:a16="http://schemas.microsoft.com/office/drawing/2014/main" id="{2DF46A1E-62FB-7842-A1DF-1D64EE7FC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644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61">
              <a:extLst>
                <a:ext uri="{FF2B5EF4-FFF2-40B4-BE49-F238E27FC236}">
                  <a16:creationId xmlns:a16="http://schemas.microsoft.com/office/drawing/2014/main" id="{BCA1753F-E6EB-1940-8BE6-7A70C8DF21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2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Freeform 62">
              <a:extLst>
                <a:ext uri="{FF2B5EF4-FFF2-40B4-BE49-F238E27FC236}">
                  <a16:creationId xmlns:a16="http://schemas.microsoft.com/office/drawing/2014/main" id="{FF51CD50-D176-8646-A186-FB4270CF1C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08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Freeform 63">
              <a:extLst>
                <a:ext uri="{FF2B5EF4-FFF2-40B4-BE49-F238E27FC236}">
                  <a16:creationId xmlns:a16="http://schemas.microsoft.com/office/drawing/2014/main" id="{1DC2FFD3-7641-234A-B73A-9039B77A4C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6" y="967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Rectangle 64">
              <a:extLst>
                <a:ext uri="{FF2B5EF4-FFF2-40B4-BE49-F238E27FC236}">
                  <a16:creationId xmlns:a16="http://schemas.microsoft.com/office/drawing/2014/main" id="{3900C2DB-FA6B-D741-97DE-59BAC7FF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" y="743"/>
              <a:ext cx="19" cy="2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Freeform 65">
              <a:extLst>
                <a:ext uri="{FF2B5EF4-FFF2-40B4-BE49-F238E27FC236}">
                  <a16:creationId xmlns:a16="http://schemas.microsoft.com/office/drawing/2014/main" id="{3C85F200-5885-C74D-8D1C-4D9CD9852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2" y="859"/>
              <a:ext cx="331" cy="116"/>
            </a:xfrm>
            <a:custGeom>
              <a:avLst/>
              <a:gdLst>
                <a:gd name="T0" fmla="*/ 216 w 216"/>
                <a:gd name="T1" fmla="*/ 78 h 78"/>
                <a:gd name="T2" fmla="*/ 204 w 216"/>
                <a:gd name="T3" fmla="*/ 78 h 78"/>
                <a:gd name="T4" fmla="*/ 138 w 216"/>
                <a:gd name="T5" fmla="*/ 12 h 78"/>
                <a:gd name="T6" fmla="*/ 72 w 216"/>
                <a:gd name="T7" fmla="*/ 12 h 78"/>
                <a:gd name="T8" fmla="*/ 12 w 216"/>
                <a:gd name="T9" fmla="*/ 78 h 78"/>
                <a:gd name="T10" fmla="*/ 0 w 216"/>
                <a:gd name="T11" fmla="*/ 78 h 78"/>
                <a:gd name="T12" fmla="*/ 72 w 216"/>
                <a:gd name="T13" fmla="*/ 0 h 78"/>
                <a:gd name="T14" fmla="*/ 138 w 216"/>
                <a:gd name="T15" fmla="*/ 0 h 78"/>
                <a:gd name="T16" fmla="*/ 216 w 216"/>
                <a:gd name="T1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" h="78">
                  <a:moveTo>
                    <a:pt x="216" y="78"/>
                  </a:moveTo>
                  <a:cubicBezTo>
                    <a:pt x="204" y="78"/>
                    <a:pt x="204" y="78"/>
                    <a:pt x="204" y="78"/>
                  </a:cubicBezTo>
                  <a:cubicBezTo>
                    <a:pt x="204" y="42"/>
                    <a:pt x="175" y="12"/>
                    <a:pt x="138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37" y="12"/>
                    <a:pt x="12" y="40"/>
                    <a:pt x="12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3"/>
                    <a:pt x="31" y="0"/>
                    <a:pt x="72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81" y="0"/>
                    <a:pt x="216" y="35"/>
                    <a:pt x="21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4" name="Group 40">
            <a:extLst>
              <a:ext uri="{FF2B5EF4-FFF2-40B4-BE49-F238E27FC236}">
                <a16:creationId xmlns:a16="http://schemas.microsoft.com/office/drawing/2014/main" id="{AF2CB69D-CBB7-0741-B4F3-6F052ABCDA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13589" y="4350552"/>
            <a:ext cx="486806" cy="415054"/>
            <a:chOff x="4653" y="690"/>
            <a:chExt cx="441" cy="376"/>
          </a:xfrm>
          <a:solidFill>
            <a:schemeClr val="accent1"/>
          </a:solidFill>
        </p:grpSpPr>
        <p:sp>
          <p:nvSpPr>
            <p:cNvPr id="275" name="Freeform 41">
              <a:extLst>
                <a:ext uri="{FF2B5EF4-FFF2-40B4-BE49-F238E27FC236}">
                  <a16:creationId xmlns:a16="http://schemas.microsoft.com/office/drawing/2014/main" id="{FDCBE251-79E8-114A-B376-CEEF3221D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3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6" name="Freeform 42">
              <a:extLst>
                <a:ext uri="{FF2B5EF4-FFF2-40B4-BE49-F238E27FC236}">
                  <a16:creationId xmlns:a16="http://schemas.microsoft.com/office/drawing/2014/main" id="{33EAB03F-1708-934A-9326-DCEC1E3BE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" y="815"/>
              <a:ext cx="110" cy="180"/>
            </a:xfrm>
            <a:custGeom>
              <a:avLst/>
              <a:gdLst>
                <a:gd name="T0" fmla="*/ 54 w 72"/>
                <a:gd name="T1" fmla="*/ 120 h 120"/>
                <a:gd name="T2" fmla="*/ 18 w 72"/>
                <a:gd name="T3" fmla="*/ 120 h 120"/>
                <a:gd name="T4" fmla="*/ 12 w 72"/>
                <a:gd name="T5" fmla="*/ 114 h 120"/>
                <a:gd name="T6" fmla="*/ 12 w 72"/>
                <a:gd name="T7" fmla="*/ 65 h 120"/>
                <a:gd name="T8" fmla="*/ 0 w 72"/>
                <a:gd name="T9" fmla="*/ 42 h 120"/>
                <a:gd name="T10" fmla="*/ 0 w 72"/>
                <a:gd name="T11" fmla="*/ 6 h 120"/>
                <a:gd name="T12" fmla="*/ 6 w 72"/>
                <a:gd name="T13" fmla="*/ 0 h 120"/>
                <a:gd name="T14" fmla="*/ 66 w 72"/>
                <a:gd name="T15" fmla="*/ 0 h 120"/>
                <a:gd name="T16" fmla="*/ 72 w 72"/>
                <a:gd name="T17" fmla="*/ 6 h 120"/>
                <a:gd name="T18" fmla="*/ 72 w 72"/>
                <a:gd name="T19" fmla="*/ 42 h 120"/>
                <a:gd name="T20" fmla="*/ 60 w 72"/>
                <a:gd name="T21" fmla="*/ 65 h 120"/>
                <a:gd name="T22" fmla="*/ 60 w 72"/>
                <a:gd name="T23" fmla="*/ 114 h 120"/>
                <a:gd name="T24" fmla="*/ 54 w 72"/>
                <a:gd name="T25" fmla="*/ 120 h 120"/>
                <a:gd name="T26" fmla="*/ 24 w 72"/>
                <a:gd name="T27" fmla="*/ 108 h 120"/>
                <a:gd name="T28" fmla="*/ 48 w 72"/>
                <a:gd name="T29" fmla="*/ 108 h 120"/>
                <a:gd name="T30" fmla="*/ 48 w 72"/>
                <a:gd name="T31" fmla="*/ 60 h 120"/>
                <a:gd name="T32" fmla="*/ 54 w 72"/>
                <a:gd name="T33" fmla="*/ 54 h 120"/>
                <a:gd name="T34" fmla="*/ 60 w 72"/>
                <a:gd name="T35" fmla="*/ 42 h 120"/>
                <a:gd name="T36" fmla="*/ 60 w 72"/>
                <a:gd name="T37" fmla="*/ 12 h 120"/>
                <a:gd name="T38" fmla="*/ 12 w 72"/>
                <a:gd name="T39" fmla="*/ 12 h 120"/>
                <a:gd name="T40" fmla="*/ 12 w 72"/>
                <a:gd name="T41" fmla="*/ 42 h 120"/>
                <a:gd name="T42" fmla="*/ 18 w 72"/>
                <a:gd name="T43" fmla="*/ 54 h 120"/>
                <a:gd name="T44" fmla="*/ 24 w 72"/>
                <a:gd name="T45" fmla="*/ 60 h 120"/>
                <a:gd name="T46" fmla="*/ 24 w 72"/>
                <a:gd name="T47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2" h="120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7" name="Freeform 43">
              <a:extLst>
                <a:ext uri="{FF2B5EF4-FFF2-40B4-BE49-F238E27FC236}">
                  <a16:creationId xmlns:a16="http://schemas.microsoft.com/office/drawing/2014/main" id="{0B22C036-1BF3-914B-849D-BDC1213AB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0" y="815"/>
              <a:ext cx="147" cy="251"/>
            </a:xfrm>
            <a:custGeom>
              <a:avLst/>
              <a:gdLst>
                <a:gd name="T0" fmla="*/ 66 w 96"/>
                <a:gd name="T1" fmla="*/ 168 h 168"/>
                <a:gd name="T2" fmla="*/ 30 w 96"/>
                <a:gd name="T3" fmla="*/ 168 h 168"/>
                <a:gd name="T4" fmla="*/ 24 w 96"/>
                <a:gd name="T5" fmla="*/ 162 h 168"/>
                <a:gd name="T6" fmla="*/ 24 w 96"/>
                <a:gd name="T7" fmla="*/ 95 h 168"/>
                <a:gd name="T8" fmla="*/ 0 w 96"/>
                <a:gd name="T9" fmla="*/ 66 h 168"/>
                <a:gd name="T10" fmla="*/ 0 w 96"/>
                <a:gd name="T11" fmla="*/ 6 h 168"/>
                <a:gd name="T12" fmla="*/ 6 w 96"/>
                <a:gd name="T13" fmla="*/ 0 h 168"/>
                <a:gd name="T14" fmla="*/ 90 w 96"/>
                <a:gd name="T15" fmla="*/ 0 h 168"/>
                <a:gd name="T16" fmla="*/ 96 w 96"/>
                <a:gd name="T17" fmla="*/ 6 h 168"/>
                <a:gd name="T18" fmla="*/ 96 w 96"/>
                <a:gd name="T19" fmla="*/ 66 h 168"/>
                <a:gd name="T20" fmla="*/ 72 w 96"/>
                <a:gd name="T21" fmla="*/ 95 h 168"/>
                <a:gd name="T22" fmla="*/ 72 w 96"/>
                <a:gd name="T23" fmla="*/ 162 h 168"/>
                <a:gd name="T24" fmla="*/ 66 w 96"/>
                <a:gd name="T25" fmla="*/ 168 h 168"/>
                <a:gd name="T26" fmla="*/ 36 w 96"/>
                <a:gd name="T27" fmla="*/ 156 h 168"/>
                <a:gd name="T28" fmla="*/ 60 w 96"/>
                <a:gd name="T29" fmla="*/ 156 h 168"/>
                <a:gd name="T30" fmla="*/ 60 w 96"/>
                <a:gd name="T31" fmla="*/ 90 h 168"/>
                <a:gd name="T32" fmla="*/ 66 w 96"/>
                <a:gd name="T33" fmla="*/ 84 h 168"/>
                <a:gd name="T34" fmla="*/ 84 w 96"/>
                <a:gd name="T35" fmla="*/ 66 h 168"/>
                <a:gd name="T36" fmla="*/ 84 w 96"/>
                <a:gd name="T37" fmla="*/ 12 h 168"/>
                <a:gd name="T38" fmla="*/ 12 w 96"/>
                <a:gd name="T39" fmla="*/ 12 h 168"/>
                <a:gd name="T40" fmla="*/ 12 w 96"/>
                <a:gd name="T41" fmla="*/ 66 h 168"/>
                <a:gd name="T42" fmla="*/ 30 w 96"/>
                <a:gd name="T43" fmla="*/ 84 h 168"/>
                <a:gd name="T44" fmla="*/ 36 w 96"/>
                <a:gd name="T45" fmla="*/ 90 h 168"/>
                <a:gd name="T46" fmla="*/ 36 w 96"/>
                <a:gd name="T47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168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8" name="Freeform 44">
              <a:extLst>
                <a:ext uri="{FF2B5EF4-FFF2-40B4-BE49-F238E27FC236}">
                  <a16:creationId xmlns:a16="http://schemas.microsoft.com/office/drawing/2014/main" id="{E8B7DC9C-B6E3-214C-96AB-8281516F4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1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79" name="Freeform 45">
              <a:extLst>
                <a:ext uri="{FF2B5EF4-FFF2-40B4-BE49-F238E27FC236}">
                  <a16:creationId xmlns:a16="http://schemas.microsoft.com/office/drawing/2014/main" id="{397E29E0-4660-AC44-AA91-82129C1E33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2" y="726"/>
              <a:ext cx="74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0" name="Freeform 46">
              <a:extLst>
                <a:ext uri="{FF2B5EF4-FFF2-40B4-BE49-F238E27FC236}">
                  <a16:creationId xmlns:a16="http://schemas.microsoft.com/office/drawing/2014/main" id="{30250504-C013-FB41-8C0E-CC245995DB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18" y="690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81" name="Group 122">
            <a:extLst>
              <a:ext uri="{FF2B5EF4-FFF2-40B4-BE49-F238E27FC236}">
                <a16:creationId xmlns:a16="http://schemas.microsoft.com/office/drawing/2014/main" id="{67283CD5-0255-B34C-BF7E-E084473C74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77138" y="4315989"/>
            <a:ext cx="496566" cy="484180"/>
            <a:chOff x="487" y="3214"/>
            <a:chExt cx="441" cy="430"/>
          </a:xfrm>
          <a:solidFill>
            <a:schemeClr val="accent1"/>
          </a:solidFill>
        </p:grpSpPr>
        <p:sp>
          <p:nvSpPr>
            <p:cNvPr id="282" name="Freeform 123">
              <a:extLst>
                <a:ext uri="{FF2B5EF4-FFF2-40B4-BE49-F238E27FC236}">
                  <a16:creationId xmlns:a16="http://schemas.microsoft.com/office/drawing/2014/main" id="{72773FE5-CE95-0F4A-A086-070B43C2F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" y="3214"/>
              <a:ext cx="257" cy="233"/>
            </a:xfrm>
            <a:custGeom>
              <a:avLst/>
              <a:gdLst>
                <a:gd name="T0" fmla="*/ 66 w 168"/>
                <a:gd name="T1" fmla="*/ 156 h 156"/>
                <a:gd name="T2" fmla="*/ 62 w 168"/>
                <a:gd name="T3" fmla="*/ 154 h 156"/>
                <a:gd name="T4" fmla="*/ 28 w 168"/>
                <a:gd name="T5" fmla="*/ 120 h 156"/>
                <a:gd name="T6" fmla="*/ 18 w 168"/>
                <a:gd name="T7" fmla="*/ 120 h 156"/>
                <a:gd name="T8" fmla="*/ 0 w 168"/>
                <a:gd name="T9" fmla="*/ 102 h 156"/>
                <a:gd name="T10" fmla="*/ 0 w 168"/>
                <a:gd name="T11" fmla="*/ 18 h 156"/>
                <a:gd name="T12" fmla="*/ 18 w 168"/>
                <a:gd name="T13" fmla="*/ 0 h 156"/>
                <a:gd name="T14" fmla="*/ 150 w 168"/>
                <a:gd name="T15" fmla="*/ 0 h 156"/>
                <a:gd name="T16" fmla="*/ 168 w 168"/>
                <a:gd name="T17" fmla="*/ 18 h 156"/>
                <a:gd name="T18" fmla="*/ 168 w 168"/>
                <a:gd name="T19" fmla="*/ 102 h 156"/>
                <a:gd name="T20" fmla="*/ 150 w 168"/>
                <a:gd name="T21" fmla="*/ 120 h 156"/>
                <a:gd name="T22" fmla="*/ 72 w 168"/>
                <a:gd name="T23" fmla="*/ 120 h 156"/>
                <a:gd name="T24" fmla="*/ 72 w 168"/>
                <a:gd name="T25" fmla="*/ 150 h 156"/>
                <a:gd name="T26" fmla="*/ 69 w 168"/>
                <a:gd name="T27" fmla="*/ 156 h 156"/>
                <a:gd name="T28" fmla="*/ 66 w 168"/>
                <a:gd name="T29" fmla="*/ 156 h 156"/>
                <a:gd name="T30" fmla="*/ 18 w 168"/>
                <a:gd name="T31" fmla="*/ 12 h 156"/>
                <a:gd name="T32" fmla="*/ 12 w 168"/>
                <a:gd name="T33" fmla="*/ 18 h 156"/>
                <a:gd name="T34" fmla="*/ 12 w 168"/>
                <a:gd name="T35" fmla="*/ 102 h 156"/>
                <a:gd name="T36" fmla="*/ 18 w 168"/>
                <a:gd name="T37" fmla="*/ 108 h 156"/>
                <a:gd name="T38" fmla="*/ 30 w 168"/>
                <a:gd name="T39" fmla="*/ 108 h 156"/>
                <a:gd name="T40" fmla="*/ 34 w 168"/>
                <a:gd name="T41" fmla="*/ 110 h 156"/>
                <a:gd name="T42" fmla="*/ 60 w 168"/>
                <a:gd name="T43" fmla="*/ 136 h 156"/>
                <a:gd name="T44" fmla="*/ 60 w 168"/>
                <a:gd name="T45" fmla="*/ 114 h 156"/>
                <a:gd name="T46" fmla="*/ 66 w 168"/>
                <a:gd name="T47" fmla="*/ 108 h 156"/>
                <a:gd name="T48" fmla="*/ 150 w 168"/>
                <a:gd name="T49" fmla="*/ 108 h 156"/>
                <a:gd name="T50" fmla="*/ 156 w 168"/>
                <a:gd name="T51" fmla="*/ 102 h 156"/>
                <a:gd name="T52" fmla="*/ 156 w 168"/>
                <a:gd name="T53" fmla="*/ 18 h 156"/>
                <a:gd name="T54" fmla="*/ 150 w 168"/>
                <a:gd name="T55" fmla="*/ 12 h 156"/>
                <a:gd name="T56" fmla="*/ 18 w 168"/>
                <a:gd name="T57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8" h="156">
                  <a:moveTo>
                    <a:pt x="66" y="156"/>
                  </a:moveTo>
                  <a:cubicBezTo>
                    <a:pt x="65" y="156"/>
                    <a:pt x="63" y="156"/>
                    <a:pt x="62" y="154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18" y="120"/>
                    <a:pt x="18" y="120"/>
                    <a:pt x="18" y="120"/>
                  </a:cubicBezTo>
                  <a:cubicBezTo>
                    <a:pt x="8" y="120"/>
                    <a:pt x="0" y="112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60" y="0"/>
                    <a:pt x="168" y="8"/>
                    <a:pt x="168" y="18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12"/>
                    <a:pt x="160" y="120"/>
                    <a:pt x="150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50"/>
                    <a:pt x="72" y="150"/>
                    <a:pt x="72" y="150"/>
                  </a:cubicBezTo>
                  <a:cubicBezTo>
                    <a:pt x="72" y="153"/>
                    <a:pt x="71" y="155"/>
                    <a:pt x="69" y="156"/>
                  </a:cubicBezTo>
                  <a:cubicBezTo>
                    <a:pt x="68" y="156"/>
                    <a:pt x="67" y="156"/>
                    <a:pt x="66" y="15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12" y="105"/>
                    <a:pt x="15" y="108"/>
                    <a:pt x="18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2" y="108"/>
                    <a:pt x="33" y="109"/>
                    <a:pt x="34" y="110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1"/>
                    <a:pt x="63" y="108"/>
                    <a:pt x="66" y="108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4" y="108"/>
                    <a:pt x="156" y="105"/>
                    <a:pt x="156" y="102"/>
                  </a:cubicBezTo>
                  <a:cubicBezTo>
                    <a:pt x="156" y="18"/>
                    <a:pt x="156" y="18"/>
                    <a:pt x="156" y="18"/>
                  </a:cubicBezTo>
                  <a:cubicBezTo>
                    <a:pt x="156" y="15"/>
                    <a:pt x="154" y="12"/>
                    <a:pt x="150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3" name="Freeform 124">
              <a:extLst>
                <a:ext uri="{FF2B5EF4-FFF2-40B4-BE49-F238E27FC236}">
                  <a16:creationId xmlns:a16="http://schemas.microsoft.com/office/drawing/2014/main" id="{6CDD5E0D-6567-8F41-ADDA-4873270097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4" name="Freeform 125">
              <a:extLst>
                <a:ext uri="{FF2B5EF4-FFF2-40B4-BE49-F238E27FC236}">
                  <a16:creationId xmlns:a16="http://schemas.microsoft.com/office/drawing/2014/main" id="{5E033DBE-D634-B34B-A4D9-A3AB7C0A51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5" name="Freeform 126">
              <a:extLst>
                <a:ext uri="{FF2B5EF4-FFF2-40B4-BE49-F238E27FC236}">
                  <a16:creationId xmlns:a16="http://schemas.microsoft.com/office/drawing/2014/main" id="{88700ED7-B9BA-B04A-9A1A-F877F79FB3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5" y="3411"/>
              <a:ext cx="110" cy="108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6" name="Freeform 127">
              <a:extLst>
                <a:ext uri="{FF2B5EF4-FFF2-40B4-BE49-F238E27FC236}">
                  <a16:creationId xmlns:a16="http://schemas.microsoft.com/office/drawing/2014/main" id="{BD63F862-ED81-B442-A78A-FA6F5D451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" y="3501"/>
              <a:ext cx="165" cy="89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7" name="Freeform 128">
              <a:extLst>
                <a:ext uri="{FF2B5EF4-FFF2-40B4-BE49-F238E27FC236}">
                  <a16:creationId xmlns:a16="http://schemas.microsoft.com/office/drawing/2014/main" id="{52268FC6-A33C-ED46-9336-05D86CD136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" y="3465"/>
              <a:ext cx="111" cy="107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2 h 72"/>
                <a:gd name="T12" fmla="*/ 12 w 72"/>
                <a:gd name="T13" fmla="*/ 36 h 72"/>
                <a:gd name="T14" fmla="*/ 36 w 72"/>
                <a:gd name="T15" fmla="*/ 60 h 72"/>
                <a:gd name="T16" fmla="*/ 60 w 72"/>
                <a:gd name="T17" fmla="*/ 36 h 72"/>
                <a:gd name="T18" fmla="*/ 36 w 72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3"/>
                    <a:pt x="12" y="36"/>
                  </a:cubicBezTo>
                  <a:cubicBezTo>
                    <a:pt x="12" y="50"/>
                    <a:pt x="23" y="60"/>
                    <a:pt x="36" y="60"/>
                  </a:cubicBezTo>
                  <a:cubicBezTo>
                    <a:pt x="49" y="60"/>
                    <a:pt x="60" y="50"/>
                    <a:pt x="60" y="36"/>
                  </a:cubicBezTo>
                  <a:cubicBezTo>
                    <a:pt x="60" y="23"/>
                    <a:pt x="4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8" name="Freeform 129">
              <a:extLst>
                <a:ext uri="{FF2B5EF4-FFF2-40B4-BE49-F238E27FC236}">
                  <a16:creationId xmlns:a16="http://schemas.microsoft.com/office/drawing/2014/main" id="{56D30168-2DF4-C24E-A79D-080A994167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" y="3554"/>
              <a:ext cx="165" cy="90"/>
            </a:xfrm>
            <a:custGeom>
              <a:avLst/>
              <a:gdLst>
                <a:gd name="T0" fmla="*/ 102 w 108"/>
                <a:gd name="T1" fmla="*/ 60 h 60"/>
                <a:gd name="T2" fmla="*/ 6 w 108"/>
                <a:gd name="T3" fmla="*/ 60 h 60"/>
                <a:gd name="T4" fmla="*/ 0 w 108"/>
                <a:gd name="T5" fmla="*/ 54 h 60"/>
                <a:gd name="T6" fmla="*/ 54 w 108"/>
                <a:gd name="T7" fmla="*/ 0 h 60"/>
                <a:gd name="T8" fmla="*/ 108 w 108"/>
                <a:gd name="T9" fmla="*/ 54 h 60"/>
                <a:gd name="T10" fmla="*/ 102 w 108"/>
                <a:gd name="T11" fmla="*/ 60 h 60"/>
                <a:gd name="T12" fmla="*/ 13 w 108"/>
                <a:gd name="T13" fmla="*/ 48 h 60"/>
                <a:gd name="T14" fmla="*/ 96 w 108"/>
                <a:gd name="T15" fmla="*/ 48 h 60"/>
                <a:gd name="T16" fmla="*/ 54 w 108"/>
                <a:gd name="T17" fmla="*/ 12 h 60"/>
                <a:gd name="T18" fmla="*/ 13 w 108"/>
                <a:gd name="T1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60">
                  <a:moveTo>
                    <a:pt x="10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8" y="25"/>
                    <a:pt x="108" y="54"/>
                  </a:cubicBezTo>
                  <a:cubicBezTo>
                    <a:pt x="108" y="58"/>
                    <a:pt x="106" y="60"/>
                    <a:pt x="102" y="60"/>
                  </a:cubicBezTo>
                  <a:close/>
                  <a:moveTo>
                    <a:pt x="13" y="48"/>
                  </a:moveTo>
                  <a:cubicBezTo>
                    <a:pt x="96" y="48"/>
                    <a:pt x="96" y="48"/>
                    <a:pt x="96" y="48"/>
                  </a:cubicBezTo>
                  <a:cubicBezTo>
                    <a:pt x="93" y="28"/>
                    <a:pt x="75" y="12"/>
                    <a:pt x="54" y="12"/>
                  </a:cubicBezTo>
                  <a:cubicBezTo>
                    <a:pt x="33" y="12"/>
                    <a:pt x="16" y="28"/>
                    <a:pt x="13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9" name="Freeform 130">
              <a:extLst>
                <a:ext uri="{FF2B5EF4-FFF2-40B4-BE49-F238E27FC236}">
                  <a16:creationId xmlns:a16="http://schemas.microsoft.com/office/drawing/2014/main" id="{A4CCAC9E-9F1D-7349-BC9A-B1EF22D51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50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0" name="Freeform 131">
              <a:extLst>
                <a:ext uri="{FF2B5EF4-FFF2-40B4-BE49-F238E27FC236}">
                  <a16:creationId xmlns:a16="http://schemas.microsoft.com/office/drawing/2014/main" id="{747CB487-9672-EB4E-BF7A-C18B01144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286"/>
              <a:ext cx="147" cy="18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1" name="Freeform 132">
              <a:extLst>
                <a:ext uri="{FF2B5EF4-FFF2-40B4-BE49-F238E27FC236}">
                  <a16:creationId xmlns:a16="http://schemas.microsoft.com/office/drawing/2014/main" id="{5B3A23BE-3A97-9841-A871-547EA51CC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3322"/>
              <a:ext cx="147" cy="17"/>
            </a:xfrm>
            <a:custGeom>
              <a:avLst/>
              <a:gdLst>
                <a:gd name="T0" fmla="*/ 90 w 96"/>
                <a:gd name="T1" fmla="*/ 12 h 12"/>
                <a:gd name="T2" fmla="*/ 6 w 96"/>
                <a:gd name="T3" fmla="*/ 12 h 12"/>
                <a:gd name="T4" fmla="*/ 0 w 96"/>
                <a:gd name="T5" fmla="*/ 6 h 12"/>
                <a:gd name="T6" fmla="*/ 6 w 96"/>
                <a:gd name="T7" fmla="*/ 0 h 12"/>
                <a:gd name="T8" fmla="*/ 90 w 96"/>
                <a:gd name="T9" fmla="*/ 0 h 12"/>
                <a:gd name="T10" fmla="*/ 96 w 96"/>
                <a:gd name="T11" fmla="*/ 6 h 12"/>
                <a:gd name="T12" fmla="*/ 90 w 9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2">
                  <a:moveTo>
                    <a:pt x="9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9"/>
                    <a:pt x="93" y="12"/>
                    <a:pt x="9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2" name="Group 140">
            <a:extLst>
              <a:ext uri="{FF2B5EF4-FFF2-40B4-BE49-F238E27FC236}">
                <a16:creationId xmlns:a16="http://schemas.microsoft.com/office/drawing/2014/main" id="{AA388C1F-8ED0-A044-89DE-83D0EEEFC80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2164" y="1923077"/>
            <a:ext cx="513762" cy="513760"/>
            <a:chOff x="1560" y="3157"/>
            <a:chExt cx="426" cy="426"/>
          </a:xfrm>
          <a:solidFill>
            <a:schemeClr val="accent1"/>
          </a:solidFill>
        </p:grpSpPr>
        <p:sp>
          <p:nvSpPr>
            <p:cNvPr id="293" name="Freeform 141">
              <a:extLst>
                <a:ext uri="{FF2B5EF4-FFF2-40B4-BE49-F238E27FC236}">
                  <a16:creationId xmlns:a16="http://schemas.microsoft.com/office/drawing/2014/main" id="{6DC37675-C2E9-FC4D-97FC-14D1439C6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2" y="3211"/>
              <a:ext cx="142" cy="141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12 h 96"/>
                <a:gd name="T12" fmla="*/ 12 w 96"/>
                <a:gd name="T13" fmla="*/ 48 h 96"/>
                <a:gd name="T14" fmla="*/ 48 w 96"/>
                <a:gd name="T15" fmla="*/ 84 h 96"/>
                <a:gd name="T16" fmla="*/ 84 w 96"/>
                <a:gd name="T17" fmla="*/ 48 h 96"/>
                <a:gd name="T18" fmla="*/ 48 w 96"/>
                <a:gd name="T19" fmla="*/ 1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5" y="0"/>
                    <a:pt x="96" y="22"/>
                    <a:pt x="96" y="48"/>
                  </a:cubicBezTo>
                  <a:cubicBezTo>
                    <a:pt x="96" y="75"/>
                    <a:pt x="75" y="96"/>
                    <a:pt x="48" y="96"/>
                  </a:cubicBezTo>
                  <a:close/>
                  <a:moveTo>
                    <a:pt x="48" y="12"/>
                  </a:moveTo>
                  <a:cubicBezTo>
                    <a:pt x="28" y="12"/>
                    <a:pt x="12" y="29"/>
                    <a:pt x="12" y="48"/>
                  </a:cubicBezTo>
                  <a:cubicBezTo>
                    <a:pt x="12" y="68"/>
                    <a:pt x="28" y="84"/>
                    <a:pt x="48" y="84"/>
                  </a:cubicBezTo>
                  <a:cubicBezTo>
                    <a:pt x="68" y="84"/>
                    <a:pt x="84" y="68"/>
                    <a:pt x="84" y="48"/>
                  </a:cubicBezTo>
                  <a:cubicBezTo>
                    <a:pt x="84" y="29"/>
                    <a:pt x="68" y="12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4" name="Freeform 142">
              <a:extLst>
                <a:ext uri="{FF2B5EF4-FFF2-40B4-BE49-F238E27FC236}">
                  <a16:creationId xmlns:a16="http://schemas.microsoft.com/office/drawing/2014/main" id="{4F2931D0-0ECD-044F-B8D7-5EE83E53FC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3157"/>
              <a:ext cx="262" cy="392"/>
            </a:xfrm>
            <a:custGeom>
              <a:avLst/>
              <a:gdLst>
                <a:gd name="T0" fmla="*/ 88 w 177"/>
                <a:gd name="T1" fmla="*/ 265 h 265"/>
                <a:gd name="T2" fmla="*/ 88 w 177"/>
                <a:gd name="T3" fmla="*/ 265 h 265"/>
                <a:gd name="T4" fmla="*/ 83 w 177"/>
                <a:gd name="T5" fmla="*/ 262 h 265"/>
                <a:gd name="T6" fmla="*/ 0 w 177"/>
                <a:gd name="T7" fmla="*/ 89 h 265"/>
                <a:gd name="T8" fmla="*/ 88 w 177"/>
                <a:gd name="T9" fmla="*/ 0 h 265"/>
                <a:gd name="T10" fmla="*/ 177 w 177"/>
                <a:gd name="T11" fmla="*/ 89 h 265"/>
                <a:gd name="T12" fmla="*/ 93 w 177"/>
                <a:gd name="T13" fmla="*/ 262 h 265"/>
                <a:gd name="T14" fmla="*/ 88 w 177"/>
                <a:gd name="T15" fmla="*/ 265 h 265"/>
                <a:gd name="T16" fmla="*/ 88 w 177"/>
                <a:gd name="T17" fmla="*/ 12 h 265"/>
                <a:gd name="T18" fmla="*/ 12 w 177"/>
                <a:gd name="T19" fmla="*/ 89 h 265"/>
                <a:gd name="T20" fmla="*/ 88 w 177"/>
                <a:gd name="T21" fmla="*/ 248 h 265"/>
                <a:gd name="T22" fmla="*/ 165 w 177"/>
                <a:gd name="T23" fmla="*/ 89 h 265"/>
                <a:gd name="T24" fmla="*/ 88 w 177"/>
                <a:gd name="T25" fmla="*/ 1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265">
                  <a:moveTo>
                    <a:pt x="88" y="265"/>
                  </a:moveTo>
                  <a:cubicBezTo>
                    <a:pt x="88" y="265"/>
                    <a:pt x="88" y="265"/>
                    <a:pt x="88" y="265"/>
                  </a:cubicBezTo>
                  <a:cubicBezTo>
                    <a:pt x="86" y="265"/>
                    <a:pt x="84" y="264"/>
                    <a:pt x="83" y="262"/>
                  </a:cubicBezTo>
                  <a:cubicBezTo>
                    <a:pt x="80" y="257"/>
                    <a:pt x="0" y="135"/>
                    <a:pt x="0" y="89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ubicBezTo>
                    <a:pt x="177" y="135"/>
                    <a:pt x="97" y="257"/>
                    <a:pt x="93" y="262"/>
                  </a:cubicBezTo>
                  <a:cubicBezTo>
                    <a:pt x="92" y="264"/>
                    <a:pt x="90" y="265"/>
                    <a:pt x="88" y="265"/>
                  </a:cubicBezTo>
                  <a:close/>
                  <a:moveTo>
                    <a:pt x="88" y="12"/>
                  </a:moveTo>
                  <a:cubicBezTo>
                    <a:pt x="46" y="12"/>
                    <a:pt x="12" y="47"/>
                    <a:pt x="12" y="89"/>
                  </a:cubicBezTo>
                  <a:cubicBezTo>
                    <a:pt x="12" y="126"/>
                    <a:pt x="71" y="220"/>
                    <a:pt x="88" y="248"/>
                  </a:cubicBezTo>
                  <a:cubicBezTo>
                    <a:pt x="106" y="220"/>
                    <a:pt x="165" y="126"/>
                    <a:pt x="165" y="89"/>
                  </a:cubicBezTo>
                  <a:cubicBezTo>
                    <a:pt x="165" y="47"/>
                    <a:pt x="130" y="12"/>
                    <a:pt x="8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5" name="Freeform 143">
              <a:extLst>
                <a:ext uri="{FF2B5EF4-FFF2-40B4-BE49-F238E27FC236}">
                  <a16:creationId xmlns:a16="http://schemas.microsoft.com/office/drawing/2014/main" id="{2A0F5EEC-4050-F048-8AF4-786AD6520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499"/>
              <a:ext cx="426" cy="84"/>
            </a:xfrm>
            <a:custGeom>
              <a:avLst/>
              <a:gdLst>
                <a:gd name="T0" fmla="*/ 144 w 288"/>
                <a:gd name="T1" fmla="*/ 57 h 57"/>
                <a:gd name="T2" fmla="*/ 0 w 288"/>
                <a:gd name="T3" fmla="*/ 27 h 57"/>
                <a:gd name="T4" fmla="*/ 83 w 288"/>
                <a:gd name="T5" fmla="*/ 0 h 57"/>
                <a:gd name="T6" fmla="*/ 90 w 288"/>
                <a:gd name="T7" fmla="*/ 5 h 57"/>
                <a:gd name="T8" fmla="*/ 84 w 288"/>
                <a:gd name="T9" fmla="*/ 12 h 57"/>
                <a:gd name="T10" fmla="*/ 13 w 288"/>
                <a:gd name="T11" fmla="*/ 27 h 57"/>
                <a:gd name="T12" fmla="*/ 144 w 288"/>
                <a:gd name="T13" fmla="*/ 45 h 57"/>
                <a:gd name="T14" fmla="*/ 276 w 288"/>
                <a:gd name="T15" fmla="*/ 27 h 57"/>
                <a:gd name="T16" fmla="*/ 204 w 288"/>
                <a:gd name="T17" fmla="*/ 12 h 57"/>
                <a:gd name="T18" fmla="*/ 198 w 288"/>
                <a:gd name="T19" fmla="*/ 5 h 57"/>
                <a:gd name="T20" fmla="*/ 205 w 288"/>
                <a:gd name="T21" fmla="*/ 0 h 57"/>
                <a:gd name="T22" fmla="*/ 288 w 288"/>
                <a:gd name="T23" fmla="*/ 27 h 57"/>
                <a:gd name="T24" fmla="*/ 144 w 288"/>
                <a:gd name="T25" fmla="*/ 57 h 57"/>
                <a:gd name="T26" fmla="*/ 276 w 288"/>
                <a:gd name="T27" fmla="*/ 28 h 57"/>
                <a:gd name="T28" fmla="*/ 276 w 288"/>
                <a:gd name="T29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57">
                  <a:moveTo>
                    <a:pt x="144" y="57"/>
                  </a:moveTo>
                  <a:cubicBezTo>
                    <a:pt x="130" y="57"/>
                    <a:pt x="0" y="57"/>
                    <a:pt x="0" y="27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89" y="2"/>
                    <a:pt x="90" y="5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7"/>
                  </a:cubicBezTo>
                  <a:cubicBezTo>
                    <a:pt x="18" y="34"/>
                    <a:pt x="65" y="45"/>
                    <a:pt x="144" y="45"/>
                  </a:cubicBezTo>
                  <a:cubicBezTo>
                    <a:pt x="223" y="45"/>
                    <a:pt x="270" y="34"/>
                    <a:pt x="276" y="27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0" y="12"/>
                    <a:pt x="198" y="9"/>
                    <a:pt x="198" y="5"/>
                  </a:cubicBezTo>
                  <a:cubicBezTo>
                    <a:pt x="199" y="2"/>
                    <a:pt x="201" y="0"/>
                    <a:pt x="205" y="0"/>
                  </a:cubicBezTo>
                  <a:cubicBezTo>
                    <a:pt x="260" y="5"/>
                    <a:pt x="288" y="14"/>
                    <a:pt x="288" y="27"/>
                  </a:cubicBezTo>
                  <a:cubicBezTo>
                    <a:pt x="288" y="57"/>
                    <a:pt x="159" y="57"/>
                    <a:pt x="144" y="57"/>
                  </a:cubicBezTo>
                  <a:close/>
                  <a:moveTo>
                    <a:pt x="276" y="28"/>
                  </a:moveTo>
                  <a:cubicBezTo>
                    <a:pt x="276" y="28"/>
                    <a:pt x="276" y="28"/>
                    <a:pt x="27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296" name="Group 265">
            <a:extLst>
              <a:ext uri="{FF2B5EF4-FFF2-40B4-BE49-F238E27FC236}">
                <a16:creationId xmlns:a16="http://schemas.microsoft.com/office/drawing/2014/main" id="{DB574722-631E-164E-AF27-0911A2FEC32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686502" y="1940477"/>
            <a:ext cx="477838" cy="478960"/>
            <a:chOff x="4480" y="2998"/>
            <a:chExt cx="426" cy="427"/>
          </a:xfrm>
          <a:solidFill>
            <a:schemeClr val="accent1"/>
          </a:solidFill>
        </p:grpSpPr>
        <p:sp>
          <p:nvSpPr>
            <p:cNvPr id="297" name="Freeform 266">
              <a:extLst>
                <a:ext uri="{FF2B5EF4-FFF2-40B4-BE49-F238E27FC236}">
                  <a16:creationId xmlns:a16="http://schemas.microsoft.com/office/drawing/2014/main" id="{B9360F8F-35A5-2948-A337-3FA582084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0" y="2998"/>
              <a:ext cx="426" cy="427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1 h 288"/>
                <a:gd name="T4" fmla="*/ 138 w 288"/>
                <a:gd name="T5" fmla="*/ 0 h 288"/>
                <a:gd name="T6" fmla="*/ 144 w 288"/>
                <a:gd name="T7" fmla="*/ 0 h 288"/>
                <a:gd name="T8" fmla="*/ 288 w 288"/>
                <a:gd name="T9" fmla="*/ 143 h 288"/>
                <a:gd name="T10" fmla="*/ 144 w 288"/>
                <a:gd name="T11" fmla="*/ 288 h 288"/>
                <a:gd name="T12" fmla="*/ 144 w 288"/>
                <a:gd name="T13" fmla="*/ 12 h 288"/>
                <a:gd name="T14" fmla="*/ 139 w 288"/>
                <a:gd name="T15" fmla="*/ 12 h 288"/>
                <a:gd name="T16" fmla="*/ 12 w 288"/>
                <a:gd name="T17" fmla="*/ 141 h 288"/>
                <a:gd name="T18" fmla="*/ 144 w 288"/>
                <a:gd name="T19" fmla="*/ 276 h 288"/>
                <a:gd name="T20" fmla="*/ 276 w 288"/>
                <a:gd name="T21" fmla="*/ 143 h 288"/>
                <a:gd name="T22" fmla="*/ 144 w 288"/>
                <a:gd name="T23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2"/>
                    <a:pt x="0" y="141"/>
                  </a:cubicBezTo>
                  <a:cubicBezTo>
                    <a:pt x="0" y="64"/>
                    <a:pt x="60" y="3"/>
                    <a:pt x="138" y="0"/>
                  </a:cubicBezTo>
                  <a:cubicBezTo>
                    <a:pt x="140" y="0"/>
                    <a:pt x="142" y="0"/>
                    <a:pt x="144" y="0"/>
                  </a:cubicBezTo>
                  <a:cubicBezTo>
                    <a:pt x="224" y="0"/>
                    <a:pt x="288" y="64"/>
                    <a:pt x="288" y="143"/>
                  </a:cubicBezTo>
                  <a:cubicBezTo>
                    <a:pt x="288" y="223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143" y="12"/>
                    <a:pt x="141" y="12"/>
                    <a:pt x="139" y="12"/>
                  </a:cubicBezTo>
                  <a:cubicBezTo>
                    <a:pt x="67" y="15"/>
                    <a:pt x="12" y="70"/>
                    <a:pt x="12" y="141"/>
                  </a:cubicBezTo>
                  <a:cubicBezTo>
                    <a:pt x="12" y="215"/>
                    <a:pt x="71" y="276"/>
                    <a:pt x="144" y="276"/>
                  </a:cubicBezTo>
                  <a:cubicBezTo>
                    <a:pt x="217" y="276"/>
                    <a:pt x="276" y="216"/>
                    <a:pt x="276" y="143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8" name="Freeform 267">
              <a:extLst>
                <a:ext uri="{FF2B5EF4-FFF2-40B4-BE49-F238E27FC236}">
                  <a16:creationId xmlns:a16="http://schemas.microsoft.com/office/drawing/2014/main" id="{D12E7AA0-6D6F-1C44-A651-D3A086359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01"/>
              <a:ext cx="123" cy="419"/>
            </a:xfrm>
            <a:custGeom>
              <a:avLst/>
              <a:gdLst>
                <a:gd name="T0" fmla="*/ 74 w 83"/>
                <a:gd name="T1" fmla="*/ 283 h 283"/>
                <a:gd name="T2" fmla="*/ 74 w 83"/>
                <a:gd name="T3" fmla="*/ 0 h 283"/>
                <a:gd name="T4" fmla="*/ 83 w 83"/>
                <a:gd name="T5" fmla="*/ 8 h 283"/>
                <a:gd name="T6" fmla="*/ 83 w 83"/>
                <a:gd name="T7" fmla="*/ 276 h 283"/>
                <a:gd name="T8" fmla="*/ 74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74" y="283"/>
                  </a:moveTo>
                  <a:cubicBezTo>
                    <a:pt x="0" y="186"/>
                    <a:pt x="1" y="80"/>
                    <a:pt x="74" y="0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13" y="84"/>
                    <a:pt x="13" y="182"/>
                    <a:pt x="83" y="276"/>
                  </a:cubicBezTo>
                  <a:lnTo>
                    <a:pt x="74" y="2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9" name="Freeform 268">
              <a:extLst>
                <a:ext uri="{FF2B5EF4-FFF2-40B4-BE49-F238E27FC236}">
                  <a16:creationId xmlns:a16="http://schemas.microsoft.com/office/drawing/2014/main" id="{106A933E-5559-2E41-A345-731A2E0F8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3001"/>
              <a:ext cx="123" cy="419"/>
            </a:xfrm>
            <a:custGeom>
              <a:avLst/>
              <a:gdLst>
                <a:gd name="T0" fmla="*/ 9 w 83"/>
                <a:gd name="T1" fmla="*/ 283 h 283"/>
                <a:gd name="T2" fmla="*/ 0 w 83"/>
                <a:gd name="T3" fmla="*/ 276 h 283"/>
                <a:gd name="T4" fmla="*/ 0 w 83"/>
                <a:gd name="T5" fmla="*/ 8 h 283"/>
                <a:gd name="T6" fmla="*/ 9 w 83"/>
                <a:gd name="T7" fmla="*/ 0 h 283"/>
                <a:gd name="T8" fmla="*/ 9 w 83"/>
                <a:gd name="T9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83">
                  <a:moveTo>
                    <a:pt x="9" y="283"/>
                  </a:moveTo>
                  <a:cubicBezTo>
                    <a:pt x="0" y="276"/>
                    <a:pt x="0" y="276"/>
                    <a:pt x="0" y="276"/>
                  </a:cubicBezTo>
                  <a:cubicBezTo>
                    <a:pt x="70" y="182"/>
                    <a:pt x="70" y="84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2" y="80"/>
                    <a:pt x="83" y="186"/>
                    <a:pt x="9" y="2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0" name="Rectangle 269">
              <a:extLst>
                <a:ext uri="{FF2B5EF4-FFF2-40B4-BE49-F238E27FC236}">
                  <a16:creationId xmlns:a16="http://schemas.microsoft.com/office/drawing/2014/main" id="{9C2B5A47-940D-EA48-BAA9-4D26EB1A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6" y="3300"/>
              <a:ext cx="356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1" name="Rectangle 270">
              <a:extLst>
                <a:ext uri="{FF2B5EF4-FFF2-40B4-BE49-F238E27FC236}">
                  <a16:creationId xmlns:a16="http://schemas.microsoft.com/office/drawing/2014/main" id="{C426CD1A-3E99-F54E-9271-6DE70CA7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3087"/>
              <a:ext cx="339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02" name="Rectangle 271">
              <a:extLst>
                <a:ext uri="{FF2B5EF4-FFF2-40B4-BE49-F238E27FC236}">
                  <a16:creationId xmlns:a16="http://schemas.microsoft.com/office/drawing/2014/main" id="{B3811124-B17C-D94B-8AD1-A4CCDE5EA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3194"/>
              <a:ext cx="40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n-lt"/>
              </a:endParaRPr>
            </a:p>
          </p:txBody>
        </p:sp>
      </p:grpSp>
      <p:grpSp>
        <p:nvGrpSpPr>
          <p:cNvPr id="303" name="Group 92">
            <a:extLst>
              <a:ext uri="{FF2B5EF4-FFF2-40B4-BE49-F238E27FC236}">
                <a16:creationId xmlns:a16="http://schemas.microsoft.com/office/drawing/2014/main" id="{31B23D09-8735-2E48-9CB2-8770D647F10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560155" y="5528336"/>
            <a:ext cx="578644" cy="412766"/>
            <a:chOff x="341" y="1769"/>
            <a:chExt cx="450" cy="321"/>
          </a:xfrm>
          <a:solidFill>
            <a:schemeClr val="accent1"/>
          </a:solidFill>
        </p:grpSpPr>
        <p:sp>
          <p:nvSpPr>
            <p:cNvPr id="304" name="Freeform 93">
              <a:extLst>
                <a:ext uri="{FF2B5EF4-FFF2-40B4-BE49-F238E27FC236}">
                  <a16:creationId xmlns:a16="http://schemas.microsoft.com/office/drawing/2014/main" id="{D6BFE993-EF88-464D-8FCD-289EC0330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" y="1923"/>
              <a:ext cx="101" cy="167"/>
            </a:xfrm>
            <a:custGeom>
              <a:avLst/>
              <a:gdLst>
                <a:gd name="T0" fmla="*/ 68 w 68"/>
                <a:gd name="T1" fmla="*/ 14 h 113"/>
                <a:gd name="T2" fmla="*/ 54 w 68"/>
                <a:gd name="T3" fmla="*/ 0 h 113"/>
                <a:gd name="T4" fmla="*/ 13 w 68"/>
                <a:gd name="T5" fmla="*/ 0 h 113"/>
                <a:gd name="T6" fmla="*/ 0 w 68"/>
                <a:gd name="T7" fmla="*/ 14 h 113"/>
                <a:gd name="T8" fmla="*/ 0 w 68"/>
                <a:gd name="T9" fmla="*/ 100 h 113"/>
                <a:gd name="T10" fmla="*/ 13 w 68"/>
                <a:gd name="T11" fmla="*/ 113 h 113"/>
                <a:gd name="T12" fmla="*/ 54 w 68"/>
                <a:gd name="T13" fmla="*/ 113 h 113"/>
                <a:gd name="T14" fmla="*/ 68 w 68"/>
                <a:gd name="T15" fmla="*/ 100 h 113"/>
                <a:gd name="T16" fmla="*/ 68 w 68"/>
                <a:gd name="T17" fmla="*/ 14 h 113"/>
                <a:gd name="T18" fmla="*/ 58 w 68"/>
                <a:gd name="T19" fmla="*/ 100 h 113"/>
                <a:gd name="T20" fmla="*/ 54 w 68"/>
                <a:gd name="T21" fmla="*/ 104 h 113"/>
                <a:gd name="T22" fmla="*/ 13 w 68"/>
                <a:gd name="T23" fmla="*/ 104 h 113"/>
                <a:gd name="T24" fmla="*/ 9 w 68"/>
                <a:gd name="T25" fmla="*/ 100 h 113"/>
                <a:gd name="T26" fmla="*/ 9 w 68"/>
                <a:gd name="T27" fmla="*/ 90 h 113"/>
                <a:gd name="T28" fmla="*/ 58 w 68"/>
                <a:gd name="T29" fmla="*/ 90 h 113"/>
                <a:gd name="T30" fmla="*/ 58 w 68"/>
                <a:gd name="T31" fmla="*/ 100 h 113"/>
                <a:gd name="T32" fmla="*/ 58 w 68"/>
                <a:gd name="T33" fmla="*/ 81 h 113"/>
                <a:gd name="T34" fmla="*/ 9 w 68"/>
                <a:gd name="T35" fmla="*/ 81 h 113"/>
                <a:gd name="T36" fmla="*/ 9 w 68"/>
                <a:gd name="T37" fmla="*/ 31 h 113"/>
                <a:gd name="T38" fmla="*/ 58 w 68"/>
                <a:gd name="T39" fmla="*/ 31 h 113"/>
                <a:gd name="T40" fmla="*/ 58 w 68"/>
                <a:gd name="T41" fmla="*/ 81 h 113"/>
                <a:gd name="T42" fmla="*/ 58 w 68"/>
                <a:gd name="T43" fmla="*/ 22 h 113"/>
                <a:gd name="T44" fmla="*/ 9 w 68"/>
                <a:gd name="T45" fmla="*/ 22 h 113"/>
                <a:gd name="T46" fmla="*/ 9 w 68"/>
                <a:gd name="T47" fmla="*/ 14 h 113"/>
                <a:gd name="T48" fmla="*/ 13 w 68"/>
                <a:gd name="T49" fmla="*/ 9 h 113"/>
                <a:gd name="T50" fmla="*/ 54 w 68"/>
                <a:gd name="T51" fmla="*/ 9 h 113"/>
                <a:gd name="T52" fmla="*/ 58 w 68"/>
                <a:gd name="T53" fmla="*/ 14 h 113"/>
                <a:gd name="T54" fmla="*/ 58 w 68"/>
                <a:gd name="T55" fmla="*/ 2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8" h="113">
                  <a:moveTo>
                    <a:pt x="68" y="14"/>
                  </a:moveTo>
                  <a:cubicBezTo>
                    <a:pt x="68" y="6"/>
                    <a:pt x="62" y="0"/>
                    <a:pt x="5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6" y="113"/>
                    <a:pt x="13" y="113"/>
                  </a:cubicBezTo>
                  <a:cubicBezTo>
                    <a:pt x="54" y="113"/>
                    <a:pt x="54" y="113"/>
                    <a:pt x="54" y="113"/>
                  </a:cubicBezTo>
                  <a:cubicBezTo>
                    <a:pt x="62" y="113"/>
                    <a:pt x="68" y="107"/>
                    <a:pt x="68" y="100"/>
                  </a:cubicBezTo>
                  <a:lnTo>
                    <a:pt x="68" y="14"/>
                  </a:lnTo>
                  <a:close/>
                  <a:moveTo>
                    <a:pt x="58" y="100"/>
                  </a:moveTo>
                  <a:cubicBezTo>
                    <a:pt x="58" y="102"/>
                    <a:pt x="56" y="104"/>
                    <a:pt x="54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1" y="104"/>
                    <a:pt x="9" y="102"/>
                    <a:pt x="9" y="100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58" y="90"/>
                    <a:pt x="58" y="90"/>
                    <a:pt x="58" y="90"/>
                  </a:cubicBezTo>
                  <a:lnTo>
                    <a:pt x="58" y="100"/>
                  </a:lnTo>
                  <a:close/>
                  <a:moveTo>
                    <a:pt x="58" y="81"/>
                  </a:moveTo>
                  <a:cubicBezTo>
                    <a:pt x="9" y="81"/>
                    <a:pt x="9" y="81"/>
                    <a:pt x="9" y="8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58" y="31"/>
                    <a:pt x="58" y="31"/>
                    <a:pt x="58" y="31"/>
                  </a:cubicBezTo>
                  <a:lnTo>
                    <a:pt x="58" y="81"/>
                  </a:lnTo>
                  <a:close/>
                  <a:moveTo>
                    <a:pt x="5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1"/>
                    <a:pt x="11" y="9"/>
                    <a:pt x="1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6" y="9"/>
                    <a:pt x="58" y="11"/>
                    <a:pt x="58" y="14"/>
                  </a:cubicBezTo>
                  <a:lnTo>
                    <a:pt x="5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5" name="Freeform 94">
              <a:extLst>
                <a:ext uri="{FF2B5EF4-FFF2-40B4-BE49-F238E27FC236}">
                  <a16:creationId xmlns:a16="http://schemas.microsoft.com/office/drawing/2014/main" id="{37409101-31C8-E04F-8744-C456BF40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" y="1806"/>
              <a:ext cx="321" cy="194"/>
            </a:xfrm>
            <a:custGeom>
              <a:avLst/>
              <a:gdLst>
                <a:gd name="T0" fmla="*/ 217 w 217"/>
                <a:gd name="T1" fmla="*/ 5 h 131"/>
                <a:gd name="T2" fmla="*/ 212 w 217"/>
                <a:gd name="T3" fmla="*/ 0 h 131"/>
                <a:gd name="T4" fmla="*/ 5 w 217"/>
                <a:gd name="T5" fmla="*/ 0 h 131"/>
                <a:gd name="T6" fmla="*/ 0 w 217"/>
                <a:gd name="T7" fmla="*/ 5 h 131"/>
                <a:gd name="T8" fmla="*/ 0 w 217"/>
                <a:gd name="T9" fmla="*/ 29 h 131"/>
                <a:gd name="T10" fmla="*/ 10 w 217"/>
                <a:gd name="T11" fmla="*/ 29 h 131"/>
                <a:gd name="T12" fmla="*/ 10 w 217"/>
                <a:gd name="T13" fmla="*/ 10 h 131"/>
                <a:gd name="T14" fmla="*/ 207 w 217"/>
                <a:gd name="T15" fmla="*/ 10 h 131"/>
                <a:gd name="T16" fmla="*/ 207 w 217"/>
                <a:gd name="T17" fmla="*/ 121 h 131"/>
                <a:gd name="T18" fmla="*/ 97 w 217"/>
                <a:gd name="T19" fmla="*/ 121 h 131"/>
                <a:gd name="T20" fmla="*/ 97 w 217"/>
                <a:gd name="T21" fmla="*/ 131 h 131"/>
                <a:gd name="T22" fmla="*/ 212 w 217"/>
                <a:gd name="T23" fmla="*/ 131 h 131"/>
                <a:gd name="T24" fmla="*/ 217 w 217"/>
                <a:gd name="T25" fmla="*/ 126 h 131"/>
                <a:gd name="T26" fmla="*/ 217 w 217"/>
                <a:gd name="T27" fmla="*/ 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" h="131">
                  <a:moveTo>
                    <a:pt x="217" y="5"/>
                  </a:moveTo>
                  <a:cubicBezTo>
                    <a:pt x="217" y="2"/>
                    <a:pt x="215" y="0"/>
                    <a:pt x="21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07" y="10"/>
                    <a:pt x="207" y="10"/>
                    <a:pt x="207" y="10"/>
                  </a:cubicBezTo>
                  <a:cubicBezTo>
                    <a:pt x="207" y="121"/>
                    <a:pt x="207" y="121"/>
                    <a:pt x="207" y="121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212" y="131"/>
                    <a:pt x="212" y="131"/>
                    <a:pt x="212" y="131"/>
                  </a:cubicBezTo>
                  <a:cubicBezTo>
                    <a:pt x="215" y="131"/>
                    <a:pt x="217" y="129"/>
                    <a:pt x="217" y="126"/>
                  </a:cubicBezTo>
                  <a:lnTo>
                    <a:pt x="21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6" name="Freeform 95">
              <a:extLst>
                <a:ext uri="{FF2B5EF4-FFF2-40B4-BE49-F238E27FC236}">
                  <a16:creationId xmlns:a16="http://schemas.microsoft.com/office/drawing/2014/main" id="{844F5876-66F7-7740-8476-CDBA4D0E8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1769"/>
              <a:ext cx="409" cy="321"/>
            </a:xfrm>
            <a:custGeom>
              <a:avLst/>
              <a:gdLst>
                <a:gd name="T0" fmla="*/ 272 w 277"/>
                <a:gd name="T1" fmla="*/ 171 h 217"/>
                <a:gd name="T2" fmla="*/ 265 w 277"/>
                <a:gd name="T3" fmla="*/ 171 h 217"/>
                <a:gd name="T4" fmla="*/ 265 w 277"/>
                <a:gd name="T5" fmla="*/ 24 h 217"/>
                <a:gd name="T6" fmla="*/ 242 w 277"/>
                <a:gd name="T7" fmla="*/ 0 h 217"/>
                <a:gd name="T8" fmla="*/ 23 w 277"/>
                <a:gd name="T9" fmla="*/ 0 h 217"/>
                <a:gd name="T10" fmla="*/ 0 w 277"/>
                <a:gd name="T11" fmla="*/ 24 h 217"/>
                <a:gd name="T12" fmla="*/ 0 w 277"/>
                <a:gd name="T13" fmla="*/ 54 h 217"/>
                <a:gd name="T14" fmla="*/ 10 w 277"/>
                <a:gd name="T15" fmla="*/ 54 h 217"/>
                <a:gd name="T16" fmla="*/ 10 w 277"/>
                <a:gd name="T17" fmla="*/ 24 h 217"/>
                <a:gd name="T18" fmla="*/ 23 w 277"/>
                <a:gd name="T19" fmla="*/ 10 h 217"/>
                <a:gd name="T20" fmla="*/ 242 w 277"/>
                <a:gd name="T21" fmla="*/ 10 h 217"/>
                <a:gd name="T22" fmla="*/ 255 w 277"/>
                <a:gd name="T23" fmla="*/ 24 h 217"/>
                <a:gd name="T24" fmla="*/ 255 w 277"/>
                <a:gd name="T25" fmla="*/ 171 h 217"/>
                <a:gd name="T26" fmla="*/ 163 w 277"/>
                <a:gd name="T27" fmla="*/ 171 h 217"/>
                <a:gd name="T28" fmla="*/ 158 w 277"/>
                <a:gd name="T29" fmla="*/ 176 h 217"/>
                <a:gd name="T30" fmla="*/ 158 w 277"/>
                <a:gd name="T31" fmla="*/ 183 h 217"/>
                <a:gd name="T32" fmla="*/ 121 w 277"/>
                <a:gd name="T33" fmla="*/ 183 h 217"/>
                <a:gd name="T34" fmla="*/ 121 w 277"/>
                <a:gd name="T35" fmla="*/ 193 h 217"/>
                <a:gd name="T36" fmla="*/ 163 w 277"/>
                <a:gd name="T37" fmla="*/ 193 h 217"/>
                <a:gd name="T38" fmla="*/ 168 w 277"/>
                <a:gd name="T39" fmla="*/ 188 h 217"/>
                <a:gd name="T40" fmla="*/ 168 w 277"/>
                <a:gd name="T41" fmla="*/ 181 h 217"/>
                <a:gd name="T42" fmla="*/ 267 w 277"/>
                <a:gd name="T43" fmla="*/ 181 h 217"/>
                <a:gd name="T44" fmla="*/ 267 w 277"/>
                <a:gd name="T45" fmla="*/ 200 h 217"/>
                <a:gd name="T46" fmla="*/ 260 w 277"/>
                <a:gd name="T47" fmla="*/ 207 h 217"/>
                <a:gd name="T48" fmla="*/ 121 w 277"/>
                <a:gd name="T49" fmla="*/ 207 h 217"/>
                <a:gd name="T50" fmla="*/ 121 w 277"/>
                <a:gd name="T51" fmla="*/ 208 h 217"/>
                <a:gd name="T52" fmla="*/ 117 w 277"/>
                <a:gd name="T53" fmla="*/ 216 h 217"/>
                <a:gd name="T54" fmla="*/ 116 w 277"/>
                <a:gd name="T55" fmla="*/ 217 h 217"/>
                <a:gd name="T56" fmla="*/ 260 w 277"/>
                <a:gd name="T57" fmla="*/ 217 h 217"/>
                <a:gd name="T58" fmla="*/ 277 w 277"/>
                <a:gd name="T59" fmla="*/ 200 h 217"/>
                <a:gd name="T60" fmla="*/ 277 w 277"/>
                <a:gd name="T61" fmla="*/ 176 h 217"/>
                <a:gd name="T62" fmla="*/ 272 w 277"/>
                <a:gd name="T63" fmla="*/ 17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7" h="217">
                  <a:moveTo>
                    <a:pt x="272" y="171"/>
                  </a:moveTo>
                  <a:cubicBezTo>
                    <a:pt x="265" y="171"/>
                    <a:pt x="265" y="171"/>
                    <a:pt x="265" y="171"/>
                  </a:cubicBezTo>
                  <a:cubicBezTo>
                    <a:pt x="265" y="24"/>
                    <a:pt x="265" y="24"/>
                    <a:pt x="265" y="24"/>
                  </a:cubicBezTo>
                  <a:cubicBezTo>
                    <a:pt x="265" y="11"/>
                    <a:pt x="255" y="0"/>
                    <a:pt x="24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16"/>
                    <a:pt x="16" y="10"/>
                    <a:pt x="23" y="10"/>
                  </a:cubicBezTo>
                  <a:cubicBezTo>
                    <a:pt x="242" y="10"/>
                    <a:pt x="242" y="10"/>
                    <a:pt x="242" y="10"/>
                  </a:cubicBezTo>
                  <a:cubicBezTo>
                    <a:pt x="249" y="10"/>
                    <a:pt x="255" y="16"/>
                    <a:pt x="255" y="24"/>
                  </a:cubicBezTo>
                  <a:cubicBezTo>
                    <a:pt x="255" y="171"/>
                    <a:pt x="255" y="171"/>
                    <a:pt x="255" y="171"/>
                  </a:cubicBezTo>
                  <a:cubicBezTo>
                    <a:pt x="163" y="171"/>
                    <a:pt x="163" y="171"/>
                    <a:pt x="163" y="171"/>
                  </a:cubicBezTo>
                  <a:cubicBezTo>
                    <a:pt x="160" y="171"/>
                    <a:pt x="158" y="173"/>
                    <a:pt x="158" y="176"/>
                  </a:cubicBezTo>
                  <a:cubicBezTo>
                    <a:pt x="158" y="183"/>
                    <a:pt x="158" y="183"/>
                    <a:pt x="158" y="183"/>
                  </a:cubicBezTo>
                  <a:cubicBezTo>
                    <a:pt x="121" y="183"/>
                    <a:pt x="121" y="183"/>
                    <a:pt x="121" y="183"/>
                  </a:cubicBezTo>
                  <a:cubicBezTo>
                    <a:pt x="121" y="193"/>
                    <a:pt x="121" y="193"/>
                    <a:pt x="121" y="193"/>
                  </a:cubicBezTo>
                  <a:cubicBezTo>
                    <a:pt x="163" y="193"/>
                    <a:pt x="163" y="193"/>
                    <a:pt x="163" y="193"/>
                  </a:cubicBezTo>
                  <a:cubicBezTo>
                    <a:pt x="166" y="193"/>
                    <a:pt x="168" y="191"/>
                    <a:pt x="168" y="188"/>
                  </a:cubicBezTo>
                  <a:cubicBezTo>
                    <a:pt x="168" y="181"/>
                    <a:pt x="168" y="181"/>
                    <a:pt x="168" y="181"/>
                  </a:cubicBezTo>
                  <a:cubicBezTo>
                    <a:pt x="267" y="181"/>
                    <a:pt x="267" y="181"/>
                    <a:pt x="267" y="181"/>
                  </a:cubicBezTo>
                  <a:cubicBezTo>
                    <a:pt x="267" y="200"/>
                    <a:pt x="267" y="200"/>
                    <a:pt x="267" y="200"/>
                  </a:cubicBezTo>
                  <a:cubicBezTo>
                    <a:pt x="267" y="204"/>
                    <a:pt x="264" y="207"/>
                    <a:pt x="260" y="207"/>
                  </a:cubicBezTo>
                  <a:cubicBezTo>
                    <a:pt x="121" y="207"/>
                    <a:pt x="121" y="207"/>
                    <a:pt x="121" y="207"/>
                  </a:cubicBezTo>
                  <a:cubicBezTo>
                    <a:pt x="121" y="208"/>
                    <a:pt x="121" y="208"/>
                    <a:pt x="121" y="208"/>
                  </a:cubicBezTo>
                  <a:cubicBezTo>
                    <a:pt x="120" y="211"/>
                    <a:pt x="119" y="213"/>
                    <a:pt x="117" y="216"/>
                  </a:cubicBezTo>
                  <a:cubicBezTo>
                    <a:pt x="116" y="217"/>
                    <a:pt x="116" y="217"/>
                    <a:pt x="116" y="217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70" y="217"/>
                    <a:pt x="277" y="209"/>
                    <a:pt x="277" y="200"/>
                  </a:cubicBezTo>
                  <a:cubicBezTo>
                    <a:pt x="277" y="176"/>
                    <a:pt x="277" y="176"/>
                    <a:pt x="277" y="176"/>
                  </a:cubicBezTo>
                  <a:cubicBezTo>
                    <a:pt x="277" y="173"/>
                    <a:pt x="275" y="171"/>
                    <a:pt x="272" y="1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7" name="Freeform 96">
              <a:extLst>
                <a:ext uri="{FF2B5EF4-FFF2-40B4-BE49-F238E27FC236}">
                  <a16:creationId xmlns:a16="http://schemas.microsoft.com/office/drawing/2014/main" id="{A289E8F4-C028-6148-B109-3D33989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" y="1895"/>
              <a:ext cx="115" cy="154"/>
            </a:xfrm>
            <a:custGeom>
              <a:avLst/>
              <a:gdLst>
                <a:gd name="T0" fmla="*/ 78 w 78"/>
                <a:gd name="T1" fmla="*/ 9 h 104"/>
                <a:gd name="T2" fmla="*/ 78 w 78"/>
                <a:gd name="T3" fmla="*/ 5 h 104"/>
                <a:gd name="T4" fmla="*/ 73 w 78"/>
                <a:gd name="T5" fmla="*/ 0 h 104"/>
                <a:gd name="T6" fmla="*/ 5 w 78"/>
                <a:gd name="T7" fmla="*/ 0 h 104"/>
                <a:gd name="T8" fmla="*/ 0 w 78"/>
                <a:gd name="T9" fmla="*/ 5 h 104"/>
                <a:gd name="T10" fmla="*/ 0 w 78"/>
                <a:gd name="T11" fmla="*/ 100 h 104"/>
                <a:gd name="T12" fmla="*/ 5 w 78"/>
                <a:gd name="T13" fmla="*/ 104 h 104"/>
                <a:gd name="T14" fmla="*/ 43 w 78"/>
                <a:gd name="T15" fmla="*/ 104 h 104"/>
                <a:gd name="T16" fmla="*/ 43 w 78"/>
                <a:gd name="T17" fmla="*/ 95 h 104"/>
                <a:gd name="T18" fmla="*/ 10 w 78"/>
                <a:gd name="T19" fmla="*/ 95 h 104"/>
                <a:gd name="T20" fmla="*/ 10 w 78"/>
                <a:gd name="T21" fmla="*/ 9 h 104"/>
                <a:gd name="T22" fmla="*/ 78 w 78"/>
                <a:gd name="T23" fmla="*/ 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8" h="104">
                  <a:moveTo>
                    <a:pt x="78" y="9"/>
                  </a:moveTo>
                  <a:cubicBezTo>
                    <a:pt x="78" y="5"/>
                    <a:pt x="78" y="5"/>
                    <a:pt x="78" y="5"/>
                  </a:cubicBezTo>
                  <a:cubicBezTo>
                    <a:pt x="78" y="2"/>
                    <a:pt x="76" y="0"/>
                    <a:pt x="7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2"/>
                    <a:pt x="3" y="104"/>
                    <a:pt x="5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7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8" name="Freeform 97">
              <a:extLst>
                <a:ext uri="{FF2B5EF4-FFF2-40B4-BE49-F238E27FC236}">
                  <a16:creationId xmlns:a16="http://schemas.microsoft.com/office/drawing/2014/main" id="{30B1422A-1FC0-E644-86CF-3A9C1C0E7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864"/>
              <a:ext cx="171" cy="226"/>
            </a:xfrm>
            <a:custGeom>
              <a:avLst/>
              <a:gdLst>
                <a:gd name="T0" fmla="*/ 99 w 116"/>
                <a:gd name="T1" fmla="*/ 9 h 153"/>
                <a:gd name="T2" fmla="*/ 106 w 116"/>
                <a:gd name="T3" fmla="*/ 17 h 153"/>
                <a:gd name="T4" fmla="*/ 106 w 116"/>
                <a:gd name="T5" fmla="*/ 31 h 153"/>
                <a:gd name="T6" fmla="*/ 116 w 116"/>
                <a:gd name="T7" fmla="*/ 31 h 153"/>
                <a:gd name="T8" fmla="*/ 116 w 116"/>
                <a:gd name="T9" fmla="*/ 17 h 153"/>
                <a:gd name="T10" fmla="*/ 99 w 116"/>
                <a:gd name="T11" fmla="*/ 0 h 153"/>
                <a:gd name="T12" fmla="*/ 17 w 116"/>
                <a:gd name="T13" fmla="*/ 0 h 153"/>
                <a:gd name="T14" fmla="*/ 0 w 116"/>
                <a:gd name="T15" fmla="*/ 17 h 153"/>
                <a:gd name="T16" fmla="*/ 0 w 116"/>
                <a:gd name="T17" fmla="*/ 136 h 153"/>
                <a:gd name="T18" fmla="*/ 17 w 116"/>
                <a:gd name="T19" fmla="*/ 153 h 153"/>
                <a:gd name="T20" fmla="*/ 68 w 116"/>
                <a:gd name="T21" fmla="*/ 153 h 153"/>
                <a:gd name="T22" fmla="*/ 67 w 116"/>
                <a:gd name="T23" fmla="*/ 152 h 153"/>
                <a:gd name="T24" fmla="*/ 63 w 116"/>
                <a:gd name="T25" fmla="*/ 144 h 153"/>
                <a:gd name="T26" fmla="*/ 63 w 116"/>
                <a:gd name="T27" fmla="*/ 144 h 153"/>
                <a:gd name="T28" fmla="*/ 17 w 116"/>
                <a:gd name="T29" fmla="*/ 144 h 153"/>
                <a:gd name="T30" fmla="*/ 10 w 116"/>
                <a:gd name="T31" fmla="*/ 136 h 153"/>
                <a:gd name="T32" fmla="*/ 10 w 116"/>
                <a:gd name="T33" fmla="*/ 17 h 153"/>
                <a:gd name="T34" fmla="*/ 17 w 116"/>
                <a:gd name="T35" fmla="*/ 9 h 153"/>
                <a:gd name="T36" fmla="*/ 99 w 116"/>
                <a:gd name="T37" fmla="*/ 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6" h="153">
                  <a:moveTo>
                    <a:pt x="99" y="9"/>
                  </a:moveTo>
                  <a:cubicBezTo>
                    <a:pt x="103" y="9"/>
                    <a:pt x="106" y="13"/>
                    <a:pt x="106" y="17"/>
                  </a:cubicBezTo>
                  <a:cubicBezTo>
                    <a:pt x="106" y="31"/>
                    <a:pt x="106" y="31"/>
                    <a:pt x="106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7"/>
                    <a:pt x="108" y="0"/>
                    <a:pt x="9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7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45"/>
                    <a:pt x="8" y="153"/>
                    <a:pt x="17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5" y="150"/>
                    <a:pt x="64" y="147"/>
                    <a:pt x="63" y="144"/>
                  </a:cubicBezTo>
                  <a:cubicBezTo>
                    <a:pt x="63" y="144"/>
                    <a:pt x="63" y="144"/>
                    <a:pt x="63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3" y="144"/>
                    <a:pt x="10" y="140"/>
                    <a:pt x="10" y="13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lnTo>
                    <a:pt x="9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09" name="Oval 98">
              <a:extLst>
                <a:ext uri="{FF2B5EF4-FFF2-40B4-BE49-F238E27FC236}">
                  <a16:creationId xmlns:a16="http://schemas.microsoft.com/office/drawing/2014/main" id="{A4B792FB-71CE-1145-960B-B90FBEB0B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2059"/>
              <a:ext cx="13" cy="1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0" name="Oval 99">
              <a:extLst>
                <a:ext uri="{FF2B5EF4-FFF2-40B4-BE49-F238E27FC236}">
                  <a16:creationId xmlns:a16="http://schemas.microsoft.com/office/drawing/2014/main" id="{5EF5F9D8-CCE3-2343-807F-0CF85E03E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1882"/>
              <a:ext cx="9" cy="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11" name="Oval 100">
              <a:extLst>
                <a:ext uri="{FF2B5EF4-FFF2-40B4-BE49-F238E27FC236}">
                  <a16:creationId xmlns:a16="http://schemas.microsoft.com/office/drawing/2014/main" id="{3D380F82-1897-C145-8D61-C6B842E5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" y="2053"/>
              <a:ext cx="18" cy="2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12" name="Group 4">
            <a:extLst>
              <a:ext uri="{FF2B5EF4-FFF2-40B4-BE49-F238E27FC236}">
                <a16:creationId xmlns:a16="http://schemas.microsoft.com/office/drawing/2014/main" id="{84C17A15-152C-A348-853A-B692B4282D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877270" y="5532782"/>
            <a:ext cx="484650" cy="403874"/>
            <a:chOff x="348" y="472"/>
            <a:chExt cx="426" cy="355"/>
          </a:xfrm>
          <a:solidFill>
            <a:schemeClr val="accent1"/>
          </a:solidFill>
        </p:grpSpPr>
        <p:sp>
          <p:nvSpPr>
            <p:cNvPr id="313" name="Freeform 5">
              <a:extLst>
                <a:ext uri="{FF2B5EF4-FFF2-40B4-BE49-F238E27FC236}">
                  <a16:creationId xmlns:a16="http://schemas.microsoft.com/office/drawing/2014/main" id="{719C8B8C-D094-D74C-AF4C-E723A3C19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543"/>
              <a:ext cx="373" cy="18"/>
            </a:xfrm>
            <a:custGeom>
              <a:avLst/>
              <a:gdLst>
                <a:gd name="T0" fmla="*/ 246 w 252"/>
                <a:gd name="T1" fmla="*/ 12 h 12"/>
                <a:gd name="T2" fmla="*/ 6 w 252"/>
                <a:gd name="T3" fmla="*/ 12 h 12"/>
                <a:gd name="T4" fmla="*/ 0 w 252"/>
                <a:gd name="T5" fmla="*/ 6 h 12"/>
                <a:gd name="T6" fmla="*/ 6 w 252"/>
                <a:gd name="T7" fmla="*/ 0 h 12"/>
                <a:gd name="T8" fmla="*/ 246 w 252"/>
                <a:gd name="T9" fmla="*/ 0 h 12"/>
                <a:gd name="T10" fmla="*/ 252 w 252"/>
                <a:gd name="T11" fmla="*/ 6 h 12"/>
                <a:gd name="T12" fmla="*/ 246 w 25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2" h="12">
                  <a:moveTo>
                    <a:pt x="24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0" y="0"/>
                    <a:pt x="252" y="3"/>
                    <a:pt x="252" y="6"/>
                  </a:cubicBezTo>
                  <a:cubicBezTo>
                    <a:pt x="252" y="9"/>
                    <a:pt x="250" y="12"/>
                    <a:pt x="2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4" name="Oval 6">
              <a:extLst>
                <a:ext uri="{FF2B5EF4-FFF2-40B4-BE49-F238E27FC236}">
                  <a16:creationId xmlns:a16="http://schemas.microsoft.com/office/drawing/2014/main" id="{0E3079FA-EBC0-1C4F-BF6F-4EF1A488E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5" name="Oval 7">
              <a:extLst>
                <a:ext uri="{FF2B5EF4-FFF2-40B4-BE49-F238E27FC236}">
                  <a16:creationId xmlns:a16="http://schemas.microsoft.com/office/drawing/2014/main" id="{1020AE0A-3CB9-274A-B949-2F4B93C8F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507"/>
              <a:ext cx="17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6" name="Oval 8">
              <a:extLst>
                <a:ext uri="{FF2B5EF4-FFF2-40B4-BE49-F238E27FC236}">
                  <a16:creationId xmlns:a16="http://schemas.microsoft.com/office/drawing/2014/main" id="{98F34F8F-ABB7-4848-A76F-9F6C562D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" y="507"/>
              <a:ext cx="18" cy="1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7" name="Freeform 9">
              <a:extLst>
                <a:ext uri="{FF2B5EF4-FFF2-40B4-BE49-F238E27FC236}">
                  <a16:creationId xmlns:a16="http://schemas.microsoft.com/office/drawing/2014/main" id="{AA090CA5-2F52-AF46-BB3E-337567489E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472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30 h 192"/>
                <a:gd name="T8" fmla="*/ 30 w 252"/>
                <a:gd name="T9" fmla="*/ 0 h 192"/>
                <a:gd name="T10" fmla="*/ 222 w 252"/>
                <a:gd name="T11" fmla="*/ 0 h 192"/>
                <a:gd name="T12" fmla="*/ 252 w 252"/>
                <a:gd name="T13" fmla="*/ 30 h 192"/>
                <a:gd name="T14" fmla="*/ 252 w 252"/>
                <a:gd name="T15" fmla="*/ 162 h 192"/>
                <a:gd name="T16" fmla="*/ 222 w 252"/>
                <a:gd name="T17" fmla="*/ 192 h 192"/>
                <a:gd name="T18" fmla="*/ 30 w 252"/>
                <a:gd name="T19" fmla="*/ 12 h 192"/>
                <a:gd name="T20" fmla="*/ 12 w 252"/>
                <a:gd name="T21" fmla="*/ 30 h 192"/>
                <a:gd name="T22" fmla="*/ 12 w 252"/>
                <a:gd name="T23" fmla="*/ 162 h 192"/>
                <a:gd name="T24" fmla="*/ 30 w 252"/>
                <a:gd name="T25" fmla="*/ 180 h 192"/>
                <a:gd name="T26" fmla="*/ 222 w 252"/>
                <a:gd name="T27" fmla="*/ 180 h 192"/>
                <a:gd name="T28" fmla="*/ 240 w 252"/>
                <a:gd name="T29" fmla="*/ 162 h 192"/>
                <a:gd name="T30" fmla="*/ 240 w 252"/>
                <a:gd name="T31" fmla="*/ 30 h 192"/>
                <a:gd name="T32" fmla="*/ 222 w 252"/>
                <a:gd name="T33" fmla="*/ 12 h 192"/>
                <a:gd name="T34" fmla="*/ 30 w 252"/>
                <a:gd name="T35" fmla="*/ 1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8" name="Freeform 10">
              <a:extLst>
                <a:ext uri="{FF2B5EF4-FFF2-40B4-BE49-F238E27FC236}">
                  <a16:creationId xmlns:a16="http://schemas.microsoft.com/office/drawing/2014/main" id="{8894367A-92E9-164E-BC86-5B276995A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" y="614"/>
              <a:ext cx="71" cy="1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19" name="Freeform 11">
              <a:extLst>
                <a:ext uri="{FF2B5EF4-FFF2-40B4-BE49-F238E27FC236}">
                  <a16:creationId xmlns:a16="http://schemas.microsoft.com/office/drawing/2014/main" id="{8C879DF6-8A8C-D14C-9B9C-E0EB824DC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543"/>
              <a:ext cx="373" cy="284"/>
            </a:xfrm>
            <a:custGeom>
              <a:avLst/>
              <a:gdLst>
                <a:gd name="T0" fmla="*/ 222 w 252"/>
                <a:gd name="T1" fmla="*/ 192 h 192"/>
                <a:gd name="T2" fmla="*/ 30 w 252"/>
                <a:gd name="T3" fmla="*/ 192 h 192"/>
                <a:gd name="T4" fmla="*/ 0 w 252"/>
                <a:gd name="T5" fmla="*/ 162 h 192"/>
                <a:gd name="T6" fmla="*/ 0 w 252"/>
                <a:gd name="T7" fmla="*/ 138 h 192"/>
                <a:gd name="T8" fmla="*/ 6 w 252"/>
                <a:gd name="T9" fmla="*/ 132 h 192"/>
                <a:gd name="T10" fmla="*/ 12 w 252"/>
                <a:gd name="T11" fmla="*/ 138 h 192"/>
                <a:gd name="T12" fmla="*/ 12 w 252"/>
                <a:gd name="T13" fmla="*/ 162 h 192"/>
                <a:gd name="T14" fmla="*/ 30 w 252"/>
                <a:gd name="T15" fmla="*/ 180 h 192"/>
                <a:gd name="T16" fmla="*/ 222 w 252"/>
                <a:gd name="T17" fmla="*/ 180 h 192"/>
                <a:gd name="T18" fmla="*/ 240 w 252"/>
                <a:gd name="T19" fmla="*/ 162 h 192"/>
                <a:gd name="T20" fmla="*/ 240 w 252"/>
                <a:gd name="T21" fmla="*/ 30 h 192"/>
                <a:gd name="T22" fmla="*/ 222 w 252"/>
                <a:gd name="T23" fmla="*/ 12 h 192"/>
                <a:gd name="T24" fmla="*/ 210 w 252"/>
                <a:gd name="T25" fmla="*/ 12 h 192"/>
                <a:gd name="T26" fmla="*/ 204 w 252"/>
                <a:gd name="T27" fmla="*/ 6 h 192"/>
                <a:gd name="T28" fmla="*/ 210 w 252"/>
                <a:gd name="T29" fmla="*/ 0 h 192"/>
                <a:gd name="T30" fmla="*/ 222 w 252"/>
                <a:gd name="T31" fmla="*/ 0 h 192"/>
                <a:gd name="T32" fmla="*/ 252 w 252"/>
                <a:gd name="T33" fmla="*/ 30 h 192"/>
                <a:gd name="T34" fmla="*/ 252 w 252"/>
                <a:gd name="T35" fmla="*/ 162 h 192"/>
                <a:gd name="T36" fmla="*/ 222 w 252"/>
                <a:gd name="T3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192">
                  <a:moveTo>
                    <a:pt x="222" y="192"/>
                  </a:moveTo>
                  <a:cubicBezTo>
                    <a:pt x="30" y="192"/>
                    <a:pt x="30" y="192"/>
                    <a:pt x="30" y="192"/>
                  </a:cubicBezTo>
                  <a:cubicBezTo>
                    <a:pt x="14" y="192"/>
                    <a:pt x="0" y="179"/>
                    <a:pt x="0" y="162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5"/>
                    <a:pt x="3" y="132"/>
                    <a:pt x="6" y="132"/>
                  </a:cubicBezTo>
                  <a:cubicBezTo>
                    <a:pt x="10" y="132"/>
                    <a:pt x="12" y="135"/>
                    <a:pt x="12" y="138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2"/>
                    <a:pt x="20" y="180"/>
                    <a:pt x="30" y="180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32" y="180"/>
                    <a:pt x="240" y="172"/>
                    <a:pt x="240" y="162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20"/>
                    <a:pt x="232" y="12"/>
                    <a:pt x="222" y="12"/>
                  </a:cubicBezTo>
                  <a:cubicBezTo>
                    <a:pt x="210" y="12"/>
                    <a:pt x="210" y="12"/>
                    <a:pt x="210" y="12"/>
                  </a:cubicBezTo>
                  <a:cubicBezTo>
                    <a:pt x="207" y="12"/>
                    <a:pt x="204" y="9"/>
                    <a:pt x="204" y="6"/>
                  </a:cubicBezTo>
                  <a:cubicBezTo>
                    <a:pt x="204" y="3"/>
                    <a:pt x="207" y="0"/>
                    <a:pt x="21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39" y="0"/>
                    <a:pt x="252" y="13"/>
                    <a:pt x="252" y="30"/>
                  </a:cubicBezTo>
                  <a:cubicBezTo>
                    <a:pt x="252" y="162"/>
                    <a:pt x="252" y="162"/>
                    <a:pt x="252" y="162"/>
                  </a:cubicBezTo>
                  <a:cubicBezTo>
                    <a:pt x="252" y="179"/>
                    <a:pt x="239" y="192"/>
                    <a:pt x="222" y="1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320" name="Freeform 132">
            <a:extLst>
              <a:ext uri="{FF2B5EF4-FFF2-40B4-BE49-F238E27FC236}">
                <a16:creationId xmlns:a16="http://schemas.microsoft.com/office/drawing/2014/main" id="{45BDCAD5-FFA8-D94A-91ED-271D762E1EF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09731" y="5515535"/>
            <a:ext cx="494523" cy="438368"/>
          </a:xfrm>
          <a:custGeom>
            <a:avLst/>
            <a:gdLst>
              <a:gd name="T0" fmla="*/ 9 w 133"/>
              <a:gd name="T1" fmla="*/ 0 h 116"/>
              <a:gd name="T2" fmla="*/ 0 w 133"/>
              <a:gd name="T3" fmla="*/ 91 h 116"/>
              <a:gd name="T4" fmla="*/ 56 w 133"/>
              <a:gd name="T5" fmla="*/ 99 h 116"/>
              <a:gd name="T6" fmla="*/ 39 w 133"/>
              <a:gd name="T7" fmla="*/ 110 h 116"/>
              <a:gd name="T8" fmla="*/ 39 w 133"/>
              <a:gd name="T9" fmla="*/ 116 h 116"/>
              <a:gd name="T10" fmla="*/ 97 w 133"/>
              <a:gd name="T11" fmla="*/ 113 h 116"/>
              <a:gd name="T12" fmla="*/ 78 w 133"/>
              <a:gd name="T13" fmla="*/ 110 h 116"/>
              <a:gd name="T14" fmla="*/ 124 w 133"/>
              <a:gd name="T15" fmla="*/ 99 h 116"/>
              <a:gd name="T16" fmla="*/ 133 w 133"/>
              <a:gd name="T17" fmla="*/ 8 h 116"/>
              <a:gd name="T18" fmla="*/ 72 w 133"/>
              <a:gd name="T19" fmla="*/ 110 h 116"/>
              <a:gd name="T20" fmla="*/ 61 w 133"/>
              <a:gd name="T21" fmla="*/ 99 h 116"/>
              <a:gd name="T22" fmla="*/ 72 w 133"/>
              <a:gd name="T23" fmla="*/ 110 h 116"/>
              <a:gd name="T24" fmla="*/ 124 w 133"/>
              <a:gd name="T25" fmla="*/ 94 h 116"/>
              <a:gd name="T26" fmla="*/ 6 w 133"/>
              <a:gd name="T27" fmla="*/ 91 h 116"/>
              <a:gd name="T28" fmla="*/ 9 w 133"/>
              <a:gd name="T29" fmla="*/ 5 h 116"/>
              <a:gd name="T30" fmla="*/ 127 w 133"/>
              <a:gd name="T31" fmla="*/ 8 h 116"/>
              <a:gd name="T32" fmla="*/ 109 w 133"/>
              <a:gd name="T33" fmla="*/ 36 h 116"/>
              <a:gd name="T34" fmla="*/ 68 w 133"/>
              <a:gd name="T35" fmla="*/ 19 h 116"/>
              <a:gd name="T36" fmla="*/ 30 w 133"/>
              <a:gd name="T37" fmla="*/ 36 h 116"/>
              <a:gd name="T38" fmla="*/ 30 w 133"/>
              <a:gd name="T39" fmla="*/ 36 h 116"/>
              <a:gd name="T40" fmla="*/ 28 w 133"/>
              <a:gd name="T41" fmla="*/ 37 h 116"/>
              <a:gd name="T42" fmla="*/ 28 w 133"/>
              <a:gd name="T43" fmla="*/ 57 h 116"/>
              <a:gd name="T44" fmla="*/ 23 w 133"/>
              <a:gd name="T45" fmla="*/ 76 h 116"/>
              <a:gd name="T46" fmla="*/ 36 w 133"/>
              <a:gd name="T47" fmla="*/ 77 h 116"/>
              <a:gd name="T48" fmla="*/ 39 w 133"/>
              <a:gd name="T49" fmla="*/ 73 h 116"/>
              <a:gd name="T50" fmla="*/ 34 w 133"/>
              <a:gd name="T51" fmla="*/ 43 h 116"/>
              <a:gd name="T52" fmla="*/ 45 w 133"/>
              <a:gd name="T53" fmla="*/ 66 h 116"/>
              <a:gd name="T54" fmla="*/ 68 w 133"/>
              <a:gd name="T55" fmla="*/ 79 h 116"/>
              <a:gd name="T56" fmla="*/ 71 w 133"/>
              <a:gd name="T57" fmla="*/ 79 h 116"/>
              <a:gd name="T58" fmla="*/ 94 w 133"/>
              <a:gd name="T59" fmla="*/ 66 h 116"/>
              <a:gd name="T60" fmla="*/ 109 w 133"/>
              <a:gd name="T61" fmla="*/ 41 h 116"/>
              <a:gd name="T62" fmla="*/ 109 w 133"/>
              <a:gd name="T63" fmla="*/ 36 h 116"/>
              <a:gd name="T64" fmla="*/ 31 w 133"/>
              <a:gd name="T65" fmla="*/ 66 h 116"/>
              <a:gd name="T66" fmla="*/ 29 w 133"/>
              <a:gd name="T67" fmla="*/ 71 h 116"/>
              <a:gd name="T68" fmla="*/ 69 w 133"/>
              <a:gd name="T69" fmla="*/ 74 h 116"/>
              <a:gd name="T70" fmla="*/ 50 w 133"/>
              <a:gd name="T71" fmla="*/ 50 h 116"/>
              <a:gd name="T72" fmla="*/ 69 w 133"/>
              <a:gd name="T73" fmla="*/ 58 h 116"/>
              <a:gd name="T74" fmla="*/ 89 w 133"/>
              <a:gd name="T75" fmla="*/ 50 h 116"/>
              <a:gd name="T76" fmla="*/ 69 w 133"/>
              <a:gd name="T77" fmla="*/ 52 h 116"/>
              <a:gd name="T78" fmla="*/ 69 w 133"/>
              <a:gd name="T79" fmla="*/ 25 h 116"/>
              <a:gd name="T80" fmla="*/ 69 w 133"/>
              <a:gd name="T81" fmla="*/ 5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33" h="116">
                <a:moveTo>
                  <a:pt x="124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5"/>
                  <a:pt x="4" y="99"/>
                  <a:pt x="9" y="99"/>
                </a:cubicBezTo>
                <a:cubicBezTo>
                  <a:pt x="56" y="99"/>
                  <a:pt x="56" y="99"/>
                  <a:pt x="56" y="99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39" y="110"/>
                  <a:pt x="39" y="110"/>
                  <a:pt x="39" y="110"/>
                </a:cubicBezTo>
                <a:cubicBezTo>
                  <a:pt x="37" y="110"/>
                  <a:pt x="36" y="111"/>
                  <a:pt x="36" y="113"/>
                </a:cubicBezTo>
                <a:cubicBezTo>
                  <a:pt x="36" y="114"/>
                  <a:pt x="37" y="116"/>
                  <a:pt x="39" y="116"/>
                </a:cubicBezTo>
                <a:cubicBezTo>
                  <a:pt x="94" y="116"/>
                  <a:pt x="94" y="116"/>
                  <a:pt x="94" y="116"/>
                </a:cubicBezTo>
                <a:cubicBezTo>
                  <a:pt x="96" y="116"/>
                  <a:pt x="97" y="114"/>
                  <a:pt x="97" y="113"/>
                </a:cubicBezTo>
                <a:cubicBezTo>
                  <a:pt x="97" y="111"/>
                  <a:pt x="96" y="110"/>
                  <a:pt x="94" y="110"/>
                </a:cubicBezTo>
                <a:cubicBezTo>
                  <a:pt x="78" y="110"/>
                  <a:pt x="78" y="110"/>
                  <a:pt x="78" y="110"/>
                </a:cubicBezTo>
                <a:cubicBezTo>
                  <a:pt x="78" y="99"/>
                  <a:pt x="78" y="99"/>
                  <a:pt x="78" y="99"/>
                </a:cubicBezTo>
                <a:cubicBezTo>
                  <a:pt x="124" y="99"/>
                  <a:pt x="124" y="99"/>
                  <a:pt x="124" y="99"/>
                </a:cubicBezTo>
                <a:cubicBezTo>
                  <a:pt x="129" y="99"/>
                  <a:pt x="133" y="95"/>
                  <a:pt x="133" y="91"/>
                </a:cubicBezTo>
                <a:cubicBezTo>
                  <a:pt x="133" y="8"/>
                  <a:pt x="133" y="8"/>
                  <a:pt x="133" y="8"/>
                </a:cubicBezTo>
                <a:cubicBezTo>
                  <a:pt x="133" y="4"/>
                  <a:pt x="129" y="0"/>
                  <a:pt x="124" y="0"/>
                </a:cubicBezTo>
                <a:close/>
                <a:moveTo>
                  <a:pt x="72" y="110"/>
                </a:moveTo>
                <a:cubicBezTo>
                  <a:pt x="61" y="110"/>
                  <a:pt x="61" y="110"/>
                  <a:pt x="61" y="110"/>
                </a:cubicBezTo>
                <a:cubicBezTo>
                  <a:pt x="61" y="99"/>
                  <a:pt x="61" y="99"/>
                  <a:pt x="61" y="99"/>
                </a:cubicBezTo>
                <a:cubicBezTo>
                  <a:pt x="72" y="99"/>
                  <a:pt x="72" y="99"/>
                  <a:pt x="72" y="99"/>
                </a:cubicBezTo>
                <a:lnTo>
                  <a:pt x="72" y="110"/>
                </a:lnTo>
                <a:close/>
                <a:moveTo>
                  <a:pt x="127" y="91"/>
                </a:moveTo>
                <a:cubicBezTo>
                  <a:pt x="127" y="92"/>
                  <a:pt x="126" y="94"/>
                  <a:pt x="124" y="94"/>
                </a:cubicBezTo>
                <a:cubicBezTo>
                  <a:pt x="9" y="94"/>
                  <a:pt x="9" y="94"/>
                  <a:pt x="9" y="94"/>
                </a:cubicBezTo>
                <a:cubicBezTo>
                  <a:pt x="7" y="94"/>
                  <a:pt x="6" y="92"/>
                  <a:pt x="6" y="91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7" y="5"/>
                  <a:pt x="9" y="5"/>
                </a:cubicBezTo>
                <a:cubicBezTo>
                  <a:pt x="124" y="5"/>
                  <a:pt x="124" y="5"/>
                  <a:pt x="124" y="5"/>
                </a:cubicBezTo>
                <a:cubicBezTo>
                  <a:pt x="126" y="5"/>
                  <a:pt x="127" y="7"/>
                  <a:pt x="127" y="8"/>
                </a:cubicBezTo>
                <a:lnTo>
                  <a:pt x="127" y="91"/>
                </a:lnTo>
                <a:close/>
                <a:moveTo>
                  <a:pt x="109" y="36"/>
                </a:moveTo>
                <a:cubicBezTo>
                  <a:pt x="70" y="19"/>
                  <a:pt x="70" y="19"/>
                  <a:pt x="70" y="19"/>
                </a:cubicBezTo>
                <a:cubicBezTo>
                  <a:pt x="70" y="19"/>
                  <a:pt x="69" y="19"/>
                  <a:pt x="68" y="19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9" y="36"/>
                  <a:pt x="29" y="36"/>
                  <a:pt x="29" y="37"/>
                </a:cubicBezTo>
                <a:cubicBezTo>
                  <a:pt x="29" y="37"/>
                  <a:pt x="28" y="37"/>
                  <a:pt x="28" y="37"/>
                </a:cubicBezTo>
                <a:cubicBezTo>
                  <a:pt x="28" y="37"/>
                  <a:pt x="28" y="38"/>
                  <a:pt x="28" y="38"/>
                </a:cubicBezTo>
                <a:cubicBezTo>
                  <a:pt x="28" y="57"/>
                  <a:pt x="28" y="57"/>
                  <a:pt x="28" y="57"/>
                </a:cubicBezTo>
                <a:cubicBezTo>
                  <a:pt x="23" y="73"/>
                  <a:pt x="23" y="73"/>
                  <a:pt x="23" y="73"/>
                </a:cubicBezTo>
                <a:cubicBezTo>
                  <a:pt x="22" y="74"/>
                  <a:pt x="22" y="75"/>
                  <a:pt x="23" y="76"/>
                </a:cubicBezTo>
                <a:cubicBezTo>
                  <a:pt x="24" y="77"/>
                  <a:pt x="24" y="77"/>
                  <a:pt x="25" y="77"/>
                </a:cubicBezTo>
                <a:cubicBezTo>
                  <a:pt x="36" y="77"/>
                  <a:pt x="36" y="77"/>
                  <a:pt x="36" y="77"/>
                </a:cubicBezTo>
                <a:cubicBezTo>
                  <a:pt x="37" y="77"/>
                  <a:pt x="38" y="77"/>
                  <a:pt x="38" y="76"/>
                </a:cubicBezTo>
                <a:cubicBezTo>
                  <a:pt x="39" y="75"/>
                  <a:pt x="39" y="74"/>
                  <a:pt x="39" y="73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3"/>
                  <a:pt x="34" y="43"/>
                  <a:pt x="34" y="43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66"/>
                  <a:pt x="45" y="66"/>
                  <a:pt x="45" y="66"/>
                </a:cubicBezTo>
                <a:cubicBezTo>
                  <a:pt x="45" y="67"/>
                  <a:pt x="45" y="68"/>
                  <a:pt x="46" y="6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80"/>
                  <a:pt x="69" y="80"/>
                  <a:pt x="69" y="80"/>
                </a:cubicBezTo>
                <a:cubicBezTo>
                  <a:pt x="70" y="80"/>
                  <a:pt x="70" y="80"/>
                  <a:pt x="71" y="79"/>
                </a:cubicBezTo>
                <a:cubicBezTo>
                  <a:pt x="93" y="68"/>
                  <a:pt x="93" y="68"/>
                  <a:pt x="93" y="68"/>
                </a:cubicBezTo>
                <a:cubicBezTo>
                  <a:pt x="94" y="68"/>
                  <a:pt x="94" y="67"/>
                  <a:pt x="94" y="66"/>
                </a:cubicBezTo>
                <a:cubicBezTo>
                  <a:pt x="94" y="47"/>
                  <a:pt x="94" y="47"/>
                  <a:pt x="94" y="47"/>
                </a:cubicBezTo>
                <a:cubicBezTo>
                  <a:pt x="109" y="41"/>
                  <a:pt x="109" y="41"/>
                  <a:pt x="109" y="41"/>
                </a:cubicBezTo>
                <a:cubicBezTo>
                  <a:pt x="110" y="41"/>
                  <a:pt x="111" y="40"/>
                  <a:pt x="111" y="38"/>
                </a:cubicBezTo>
                <a:cubicBezTo>
                  <a:pt x="111" y="37"/>
                  <a:pt x="110" y="36"/>
                  <a:pt x="109" y="36"/>
                </a:cubicBezTo>
                <a:close/>
                <a:moveTo>
                  <a:pt x="29" y="71"/>
                </a:moveTo>
                <a:cubicBezTo>
                  <a:pt x="31" y="66"/>
                  <a:pt x="31" y="66"/>
                  <a:pt x="31" y="66"/>
                </a:cubicBezTo>
                <a:cubicBezTo>
                  <a:pt x="32" y="71"/>
                  <a:pt x="32" y="71"/>
                  <a:pt x="32" y="71"/>
                </a:cubicBezTo>
                <a:lnTo>
                  <a:pt x="29" y="71"/>
                </a:lnTo>
                <a:close/>
                <a:moveTo>
                  <a:pt x="89" y="64"/>
                </a:moveTo>
                <a:cubicBezTo>
                  <a:pt x="69" y="74"/>
                  <a:pt x="69" y="74"/>
                  <a:pt x="69" y="74"/>
                </a:cubicBezTo>
                <a:cubicBezTo>
                  <a:pt x="50" y="64"/>
                  <a:pt x="50" y="64"/>
                  <a:pt x="50" y="64"/>
                </a:cubicBezTo>
                <a:cubicBezTo>
                  <a:pt x="50" y="50"/>
                  <a:pt x="50" y="50"/>
                  <a:pt x="50" y="50"/>
                </a:cubicBezTo>
                <a:cubicBezTo>
                  <a:pt x="68" y="57"/>
                  <a:pt x="68" y="57"/>
                  <a:pt x="68" y="57"/>
                </a:cubicBezTo>
                <a:cubicBezTo>
                  <a:pt x="69" y="58"/>
                  <a:pt x="69" y="58"/>
                  <a:pt x="69" y="58"/>
                </a:cubicBezTo>
                <a:cubicBezTo>
                  <a:pt x="70" y="58"/>
                  <a:pt x="70" y="58"/>
                  <a:pt x="70" y="57"/>
                </a:cubicBezTo>
                <a:cubicBezTo>
                  <a:pt x="89" y="50"/>
                  <a:pt x="89" y="50"/>
                  <a:pt x="89" y="50"/>
                </a:cubicBezTo>
                <a:lnTo>
                  <a:pt x="89" y="64"/>
                </a:lnTo>
                <a:close/>
                <a:moveTo>
                  <a:pt x="69" y="52"/>
                </a:moveTo>
                <a:cubicBezTo>
                  <a:pt x="38" y="38"/>
                  <a:pt x="38" y="38"/>
                  <a:pt x="38" y="38"/>
                </a:cubicBezTo>
                <a:cubicBezTo>
                  <a:pt x="69" y="25"/>
                  <a:pt x="69" y="25"/>
                  <a:pt x="69" y="25"/>
                </a:cubicBezTo>
                <a:cubicBezTo>
                  <a:pt x="101" y="38"/>
                  <a:pt x="101" y="38"/>
                  <a:pt x="101" y="38"/>
                </a:cubicBezTo>
                <a:lnTo>
                  <a:pt x="69" y="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+mj-lt"/>
            </a:endParaRPr>
          </a:p>
        </p:txBody>
      </p:sp>
      <p:grpSp>
        <p:nvGrpSpPr>
          <p:cNvPr id="325" name="Group 104">
            <a:extLst>
              <a:ext uri="{FF2B5EF4-FFF2-40B4-BE49-F238E27FC236}">
                <a16:creationId xmlns:a16="http://schemas.microsoft.com/office/drawing/2014/main" id="{C933286F-FB2B-2B48-B689-90FB1B740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207268" y="5477733"/>
            <a:ext cx="341846" cy="513972"/>
            <a:chOff x="1443" y="2997"/>
            <a:chExt cx="284" cy="427"/>
          </a:xfrm>
          <a:solidFill>
            <a:schemeClr val="accent1"/>
          </a:solidFill>
        </p:grpSpPr>
        <p:sp>
          <p:nvSpPr>
            <p:cNvPr id="326" name="Freeform 105">
              <a:extLst>
                <a:ext uri="{FF2B5EF4-FFF2-40B4-BE49-F238E27FC236}">
                  <a16:creationId xmlns:a16="http://schemas.microsoft.com/office/drawing/2014/main" id="{EBD25FD2-6E1F-C448-BE38-E904E3A2FB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3104"/>
              <a:ext cx="261" cy="320"/>
            </a:xfrm>
            <a:custGeom>
              <a:avLst/>
              <a:gdLst>
                <a:gd name="T0" fmla="*/ 155 w 176"/>
                <a:gd name="T1" fmla="*/ 216 h 216"/>
                <a:gd name="T2" fmla="*/ 59 w 176"/>
                <a:gd name="T3" fmla="*/ 216 h 216"/>
                <a:gd name="T4" fmla="*/ 54 w 176"/>
                <a:gd name="T5" fmla="*/ 213 h 216"/>
                <a:gd name="T6" fmla="*/ 6 w 176"/>
                <a:gd name="T7" fmla="*/ 141 h 216"/>
                <a:gd name="T8" fmla="*/ 4 w 176"/>
                <a:gd name="T9" fmla="*/ 116 h 216"/>
                <a:gd name="T10" fmla="*/ 17 w 176"/>
                <a:gd name="T11" fmla="*/ 108 h 216"/>
                <a:gd name="T12" fmla="*/ 59 w 176"/>
                <a:gd name="T13" fmla="*/ 137 h 216"/>
                <a:gd name="T14" fmla="*/ 59 w 176"/>
                <a:gd name="T15" fmla="*/ 24 h 216"/>
                <a:gd name="T16" fmla="*/ 83 w 176"/>
                <a:gd name="T17" fmla="*/ 0 h 216"/>
                <a:gd name="T18" fmla="*/ 107 w 176"/>
                <a:gd name="T19" fmla="*/ 24 h 216"/>
                <a:gd name="T20" fmla="*/ 107 w 176"/>
                <a:gd name="T21" fmla="*/ 92 h 216"/>
                <a:gd name="T22" fmla="*/ 156 w 176"/>
                <a:gd name="T23" fmla="*/ 108 h 216"/>
                <a:gd name="T24" fmla="*/ 173 w 176"/>
                <a:gd name="T25" fmla="*/ 145 h 216"/>
                <a:gd name="T26" fmla="*/ 161 w 176"/>
                <a:gd name="T27" fmla="*/ 211 h 216"/>
                <a:gd name="T28" fmla="*/ 155 w 176"/>
                <a:gd name="T29" fmla="*/ 216 h 216"/>
                <a:gd name="T30" fmla="*/ 62 w 176"/>
                <a:gd name="T31" fmla="*/ 204 h 216"/>
                <a:gd name="T32" fmla="*/ 150 w 176"/>
                <a:gd name="T33" fmla="*/ 204 h 216"/>
                <a:gd name="T34" fmla="*/ 161 w 176"/>
                <a:gd name="T35" fmla="*/ 143 h 216"/>
                <a:gd name="T36" fmla="*/ 152 w 176"/>
                <a:gd name="T37" fmla="*/ 120 h 216"/>
                <a:gd name="T38" fmla="*/ 99 w 176"/>
                <a:gd name="T39" fmla="*/ 102 h 216"/>
                <a:gd name="T40" fmla="*/ 95 w 176"/>
                <a:gd name="T41" fmla="*/ 96 h 216"/>
                <a:gd name="T42" fmla="*/ 95 w 176"/>
                <a:gd name="T43" fmla="*/ 24 h 216"/>
                <a:gd name="T44" fmla="*/ 83 w 176"/>
                <a:gd name="T45" fmla="*/ 12 h 216"/>
                <a:gd name="T46" fmla="*/ 71 w 176"/>
                <a:gd name="T47" fmla="*/ 24 h 216"/>
                <a:gd name="T48" fmla="*/ 71 w 176"/>
                <a:gd name="T49" fmla="*/ 156 h 216"/>
                <a:gd name="T50" fmla="*/ 67 w 176"/>
                <a:gd name="T51" fmla="*/ 162 h 216"/>
                <a:gd name="T52" fmla="*/ 60 w 176"/>
                <a:gd name="T53" fmla="*/ 159 h 216"/>
                <a:gd name="T54" fmla="*/ 17 w 176"/>
                <a:gd name="T55" fmla="*/ 120 h 216"/>
                <a:gd name="T56" fmla="*/ 14 w 176"/>
                <a:gd name="T57" fmla="*/ 121 h 216"/>
                <a:gd name="T58" fmla="*/ 16 w 176"/>
                <a:gd name="T59" fmla="*/ 135 h 216"/>
                <a:gd name="T60" fmla="*/ 62 w 176"/>
                <a:gd name="T61" fmla="*/ 204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6" h="216">
                  <a:moveTo>
                    <a:pt x="155" y="216"/>
                  </a:moveTo>
                  <a:cubicBezTo>
                    <a:pt x="59" y="216"/>
                    <a:pt x="59" y="216"/>
                    <a:pt x="59" y="216"/>
                  </a:cubicBezTo>
                  <a:cubicBezTo>
                    <a:pt x="57" y="216"/>
                    <a:pt x="55" y="215"/>
                    <a:pt x="54" y="213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2" y="135"/>
                    <a:pt x="0" y="124"/>
                    <a:pt x="4" y="116"/>
                  </a:cubicBezTo>
                  <a:cubicBezTo>
                    <a:pt x="6" y="111"/>
                    <a:pt x="11" y="108"/>
                    <a:pt x="17" y="108"/>
                  </a:cubicBezTo>
                  <a:cubicBezTo>
                    <a:pt x="30" y="108"/>
                    <a:pt x="42" y="113"/>
                    <a:pt x="59" y="13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11"/>
                    <a:pt x="70" y="0"/>
                    <a:pt x="83" y="0"/>
                  </a:cubicBezTo>
                  <a:cubicBezTo>
                    <a:pt x="96" y="0"/>
                    <a:pt x="107" y="11"/>
                    <a:pt x="107" y="24"/>
                  </a:cubicBezTo>
                  <a:cubicBezTo>
                    <a:pt x="107" y="92"/>
                    <a:pt x="107" y="92"/>
                    <a:pt x="107" y="92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72" y="113"/>
                    <a:pt x="176" y="131"/>
                    <a:pt x="173" y="145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214"/>
                    <a:pt x="158" y="216"/>
                    <a:pt x="155" y="216"/>
                  </a:cubicBezTo>
                  <a:close/>
                  <a:moveTo>
                    <a:pt x="62" y="204"/>
                  </a:moveTo>
                  <a:cubicBezTo>
                    <a:pt x="150" y="204"/>
                    <a:pt x="150" y="204"/>
                    <a:pt x="150" y="204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3" y="134"/>
                    <a:pt x="161" y="123"/>
                    <a:pt x="152" y="120"/>
                  </a:cubicBezTo>
                  <a:cubicBezTo>
                    <a:pt x="99" y="102"/>
                    <a:pt x="99" y="102"/>
                    <a:pt x="99" y="102"/>
                  </a:cubicBezTo>
                  <a:cubicBezTo>
                    <a:pt x="97" y="101"/>
                    <a:pt x="95" y="99"/>
                    <a:pt x="95" y="96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7"/>
                    <a:pt x="90" y="12"/>
                    <a:pt x="83" y="12"/>
                  </a:cubicBezTo>
                  <a:cubicBezTo>
                    <a:pt x="77" y="12"/>
                    <a:pt x="71" y="18"/>
                    <a:pt x="71" y="24"/>
                  </a:cubicBezTo>
                  <a:cubicBezTo>
                    <a:pt x="71" y="156"/>
                    <a:pt x="71" y="156"/>
                    <a:pt x="71" y="156"/>
                  </a:cubicBezTo>
                  <a:cubicBezTo>
                    <a:pt x="71" y="159"/>
                    <a:pt x="69" y="161"/>
                    <a:pt x="67" y="162"/>
                  </a:cubicBezTo>
                  <a:cubicBezTo>
                    <a:pt x="64" y="163"/>
                    <a:pt x="62" y="162"/>
                    <a:pt x="60" y="159"/>
                  </a:cubicBezTo>
                  <a:cubicBezTo>
                    <a:pt x="37" y="123"/>
                    <a:pt x="26" y="120"/>
                    <a:pt x="17" y="120"/>
                  </a:cubicBezTo>
                  <a:cubicBezTo>
                    <a:pt x="15" y="120"/>
                    <a:pt x="15" y="121"/>
                    <a:pt x="14" y="121"/>
                  </a:cubicBezTo>
                  <a:cubicBezTo>
                    <a:pt x="13" y="124"/>
                    <a:pt x="14" y="131"/>
                    <a:pt x="16" y="135"/>
                  </a:cubicBezTo>
                  <a:lnTo>
                    <a:pt x="62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7" name="Freeform 106">
              <a:extLst>
                <a:ext uri="{FF2B5EF4-FFF2-40B4-BE49-F238E27FC236}">
                  <a16:creationId xmlns:a16="http://schemas.microsoft.com/office/drawing/2014/main" id="{BD9B7B3C-0689-BA4C-ABBF-BCE7E3B4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8" name="Freeform 107">
              <a:extLst>
                <a:ext uri="{FF2B5EF4-FFF2-40B4-BE49-F238E27FC236}">
                  <a16:creationId xmlns:a16="http://schemas.microsoft.com/office/drawing/2014/main" id="{C9272C8E-5CB2-4643-AEA6-BE716984C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3031"/>
              <a:ext cx="55" cy="55"/>
            </a:xfrm>
            <a:custGeom>
              <a:avLst/>
              <a:gdLst>
                <a:gd name="T0" fmla="*/ 6 w 37"/>
                <a:gd name="T1" fmla="*/ 37 h 37"/>
                <a:gd name="T2" fmla="*/ 2 w 37"/>
                <a:gd name="T3" fmla="*/ 35 h 37"/>
                <a:gd name="T4" fmla="*/ 2 w 37"/>
                <a:gd name="T5" fmla="*/ 27 h 37"/>
                <a:gd name="T6" fmla="*/ 26 w 37"/>
                <a:gd name="T7" fmla="*/ 3 h 37"/>
                <a:gd name="T8" fmla="*/ 34 w 37"/>
                <a:gd name="T9" fmla="*/ 3 h 37"/>
                <a:gd name="T10" fmla="*/ 34 w 37"/>
                <a:gd name="T11" fmla="*/ 11 h 37"/>
                <a:gd name="T12" fmla="*/ 10 w 37"/>
                <a:gd name="T13" fmla="*/ 35 h 37"/>
                <a:gd name="T14" fmla="*/ 6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6" y="37"/>
                  </a:moveTo>
                  <a:cubicBezTo>
                    <a:pt x="5" y="37"/>
                    <a:pt x="3" y="36"/>
                    <a:pt x="2" y="35"/>
                  </a:cubicBezTo>
                  <a:cubicBezTo>
                    <a:pt x="0" y="33"/>
                    <a:pt x="0" y="29"/>
                    <a:pt x="2" y="2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0"/>
                    <a:pt x="32" y="0"/>
                    <a:pt x="34" y="3"/>
                  </a:cubicBezTo>
                  <a:cubicBezTo>
                    <a:pt x="37" y="5"/>
                    <a:pt x="37" y="9"/>
                    <a:pt x="34" y="11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6"/>
                    <a:pt x="8" y="37"/>
                    <a:pt x="6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29" name="Freeform 108">
              <a:extLst>
                <a:ext uri="{FF2B5EF4-FFF2-40B4-BE49-F238E27FC236}">
                  <a16:creationId xmlns:a16="http://schemas.microsoft.com/office/drawing/2014/main" id="{CA4C5504-30D4-1D40-B292-CD5DA7231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997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0" name="Freeform 109">
              <a:extLst>
                <a:ext uri="{FF2B5EF4-FFF2-40B4-BE49-F238E27FC236}">
                  <a16:creationId xmlns:a16="http://schemas.microsoft.com/office/drawing/2014/main" id="{7B5112E2-4CA4-294E-BC9B-DD315AEE8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3031"/>
              <a:ext cx="55" cy="55"/>
            </a:xfrm>
            <a:custGeom>
              <a:avLst/>
              <a:gdLst>
                <a:gd name="T0" fmla="*/ 30 w 37"/>
                <a:gd name="T1" fmla="*/ 37 h 37"/>
                <a:gd name="T2" fmla="*/ 26 w 37"/>
                <a:gd name="T3" fmla="*/ 35 h 37"/>
                <a:gd name="T4" fmla="*/ 2 w 37"/>
                <a:gd name="T5" fmla="*/ 11 h 37"/>
                <a:gd name="T6" fmla="*/ 2 w 37"/>
                <a:gd name="T7" fmla="*/ 3 h 37"/>
                <a:gd name="T8" fmla="*/ 10 w 37"/>
                <a:gd name="T9" fmla="*/ 3 h 37"/>
                <a:gd name="T10" fmla="*/ 34 w 37"/>
                <a:gd name="T11" fmla="*/ 27 h 37"/>
                <a:gd name="T12" fmla="*/ 34 w 37"/>
                <a:gd name="T13" fmla="*/ 35 h 37"/>
                <a:gd name="T14" fmla="*/ 30 w 37"/>
                <a:gd name="T1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37">
                  <a:moveTo>
                    <a:pt x="30" y="37"/>
                  </a:moveTo>
                  <a:cubicBezTo>
                    <a:pt x="29" y="37"/>
                    <a:pt x="27" y="36"/>
                    <a:pt x="26" y="35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4" y="0"/>
                    <a:pt x="8" y="0"/>
                    <a:pt x="10" y="3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7" y="29"/>
                    <a:pt x="37" y="33"/>
                    <a:pt x="34" y="35"/>
                  </a:cubicBezTo>
                  <a:cubicBezTo>
                    <a:pt x="33" y="36"/>
                    <a:pt x="32" y="37"/>
                    <a:pt x="30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31" name="Freeform 110">
              <a:extLst>
                <a:ext uri="{FF2B5EF4-FFF2-40B4-BE49-F238E27FC236}">
                  <a16:creationId xmlns:a16="http://schemas.microsoft.com/office/drawing/2014/main" id="{B8173CE6-5D1A-A846-84AC-EC2E79F05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" y="3122"/>
              <a:ext cx="71" cy="17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9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32" name="Group 48">
            <a:extLst>
              <a:ext uri="{FF2B5EF4-FFF2-40B4-BE49-F238E27FC236}">
                <a16:creationId xmlns:a16="http://schemas.microsoft.com/office/drawing/2014/main" id="{845CA248-13D3-B844-9F40-7BA5E1132E6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41132" y="3109340"/>
            <a:ext cx="515826" cy="496764"/>
            <a:chOff x="6532" y="451"/>
            <a:chExt cx="433" cy="417"/>
          </a:xfrm>
          <a:solidFill>
            <a:schemeClr val="accent1"/>
          </a:solidFill>
        </p:grpSpPr>
        <p:sp>
          <p:nvSpPr>
            <p:cNvPr id="333" name="Freeform 49">
              <a:extLst>
                <a:ext uri="{FF2B5EF4-FFF2-40B4-BE49-F238E27FC236}">
                  <a16:creationId xmlns:a16="http://schemas.microsoft.com/office/drawing/2014/main" id="{17E6D66F-E2A5-7445-867C-00B311AB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" y="621"/>
              <a:ext cx="128" cy="94"/>
            </a:xfrm>
            <a:custGeom>
              <a:avLst/>
              <a:gdLst>
                <a:gd name="T0" fmla="*/ 7 w 86"/>
                <a:gd name="T1" fmla="*/ 64 h 64"/>
                <a:gd name="T2" fmla="*/ 3 w 86"/>
                <a:gd name="T3" fmla="*/ 63 h 64"/>
                <a:gd name="T4" fmla="*/ 1 w 86"/>
                <a:gd name="T5" fmla="*/ 55 h 64"/>
                <a:gd name="T6" fmla="*/ 34 w 86"/>
                <a:gd name="T7" fmla="*/ 3 h 64"/>
                <a:gd name="T8" fmla="*/ 38 w 86"/>
                <a:gd name="T9" fmla="*/ 0 h 64"/>
                <a:gd name="T10" fmla="*/ 43 w 86"/>
                <a:gd name="T11" fmla="*/ 2 h 64"/>
                <a:gd name="T12" fmla="*/ 84 w 86"/>
                <a:gd name="T13" fmla="*/ 48 h 64"/>
                <a:gd name="T14" fmla="*/ 84 w 86"/>
                <a:gd name="T15" fmla="*/ 56 h 64"/>
                <a:gd name="T16" fmla="*/ 75 w 86"/>
                <a:gd name="T17" fmla="*/ 56 h 64"/>
                <a:gd name="T18" fmla="*/ 40 w 86"/>
                <a:gd name="T19" fmla="*/ 16 h 64"/>
                <a:gd name="T20" fmla="*/ 12 w 86"/>
                <a:gd name="T21" fmla="*/ 61 h 64"/>
                <a:gd name="T22" fmla="*/ 7 w 86"/>
                <a:gd name="T23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64">
                  <a:moveTo>
                    <a:pt x="7" y="64"/>
                  </a:moveTo>
                  <a:cubicBezTo>
                    <a:pt x="5" y="64"/>
                    <a:pt x="4" y="64"/>
                    <a:pt x="3" y="63"/>
                  </a:cubicBezTo>
                  <a:cubicBezTo>
                    <a:pt x="1" y="62"/>
                    <a:pt x="0" y="58"/>
                    <a:pt x="1" y="55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1"/>
                    <a:pt x="36" y="0"/>
                    <a:pt x="38" y="0"/>
                  </a:cubicBezTo>
                  <a:cubicBezTo>
                    <a:pt x="40" y="0"/>
                    <a:pt x="42" y="1"/>
                    <a:pt x="43" y="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6" y="50"/>
                    <a:pt x="86" y="54"/>
                    <a:pt x="84" y="56"/>
                  </a:cubicBezTo>
                  <a:cubicBezTo>
                    <a:pt x="81" y="58"/>
                    <a:pt x="78" y="58"/>
                    <a:pt x="75" y="5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1" y="63"/>
                    <a:pt x="9" y="64"/>
                    <a:pt x="7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4" name="Freeform 50">
              <a:extLst>
                <a:ext uri="{FF2B5EF4-FFF2-40B4-BE49-F238E27FC236}">
                  <a16:creationId xmlns:a16="http://schemas.microsoft.com/office/drawing/2014/main" id="{A947C942-EA82-4B48-9330-14A742F71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" y="621"/>
              <a:ext cx="157" cy="233"/>
            </a:xfrm>
            <a:custGeom>
              <a:avLst/>
              <a:gdLst>
                <a:gd name="T0" fmla="*/ 7 w 106"/>
                <a:gd name="T1" fmla="*/ 158 h 158"/>
                <a:gd name="T2" fmla="*/ 1 w 106"/>
                <a:gd name="T3" fmla="*/ 154 h 158"/>
                <a:gd name="T4" fmla="*/ 5 w 106"/>
                <a:gd name="T5" fmla="*/ 147 h 158"/>
                <a:gd name="T6" fmla="*/ 74 w 106"/>
                <a:gd name="T7" fmla="*/ 94 h 158"/>
                <a:gd name="T8" fmla="*/ 86 w 106"/>
                <a:gd name="T9" fmla="*/ 8 h 158"/>
                <a:gd name="T10" fmla="*/ 90 w 106"/>
                <a:gd name="T11" fmla="*/ 1 h 158"/>
                <a:gd name="T12" fmla="*/ 97 w 106"/>
                <a:gd name="T13" fmla="*/ 5 h 158"/>
                <a:gd name="T14" fmla="*/ 84 w 106"/>
                <a:gd name="T15" fmla="*/ 100 h 158"/>
                <a:gd name="T16" fmla="*/ 8 w 106"/>
                <a:gd name="T17" fmla="*/ 158 h 158"/>
                <a:gd name="T18" fmla="*/ 7 w 106"/>
                <a:gd name="T1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58">
                  <a:moveTo>
                    <a:pt x="7" y="158"/>
                  </a:moveTo>
                  <a:cubicBezTo>
                    <a:pt x="4" y="158"/>
                    <a:pt x="2" y="157"/>
                    <a:pt x="1" y="154"/>
                  </a:cubicBezTo>
                  <a:cubicBezTo>
                    <a:pt x="0" y="151"/>
                    <a:pt x="2" y="147"/>
                    <a:pt x="5" y="147"/>
                  </a:cubicBezTo>
                  <a:cubicBezTo>
                    <a:pt x="34" y="139"/>
                    <a:pt x="59" y="121"/>
                    <a:pt x="74" y="94"/>
                  </a:cubicBezTo>
                  <a:cubicBezTo>
                    <a:pt x="89" y="68"/>
                    <a:pt x="93" y="38"/>
                    <a:pt x="86" y="8"/>
                  </a:cubicBezTo>
                  <a:cubicBezTo>
                    <a:pt x="85" y="5"/>
                    <a:pt x="87" y="2"/>
                    <a:pt x="90" y="1"/>
                  </a:cubicBezTo>
                  <a:cubicBezTo>
                    <a:pt x="93" y="0"/>
                    <a:pt x="97" y="2"/>
                    <a:pt x="97" y="5"/>
                  </a:cubicBezTo>
                  <a:cubicBezTo>
                    <a:pt x="106" y="38"/>
                    <a:pt x="101" y="71"/>
                    <a:pt x="84" y="100"/>
                  </a:cubicBezTo>
                  <a:cubicBezTo>
                    <a:pt x="67" y="129"/>
                    <a:pt x="40" y="150"/>
                    <a:pt x="8" y="158"/>
                  </a:cubicBezTo>
                  <a:cubicBezTo>
                    <a:pt x="8" y="158"/>
                    <a:pt x="7" y="158"/>
                    <a:pt x="7" y="1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5" name="Freeform 51">
              <a:extLst>
                <a:ext uri="{FF2B5EF4-FFF2-40B4-BE49-F238E27FC236}">
                  <a16:creationId xmlns:a16="http://schemas.microsoft.com/office/drawing/2014/main" id="{F6FECDDB-A3E0-AB42-AE11-B42BD5D9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51"/>
              <a:ext cx="110" cy="112"/>
            </a:xfrm>
            <a:custGeom>
              <a:avLst/>
              <a:gdLst>
                <a:gd name="T0" fmla="*/ 68 w 74"/>
                <a:gd name="T1" fmla="*/ 76 h 76"/>
                <a:gd name="T2" fmla="*/ 67 w 74"/>
                <a:gd name="T3" fmla="*/ 76 h 76"/>
                <a:gd name="T4" fmla="*/ 6 w 74"/>
                <a:gd name="T5" fmla="*/ 70 h 76"/>
                <a:gd name="T6" fmla="*/ 1 w 74"/>
                <a:gd name="T7" fmla="*/ 67 h 76"/>
                <a:gd name="T8" fmla="*/ 1 w 74"/>
                <a:gd name="T9" fmla="*/ 61 h 76"/>
                <a:gd name="T10" fmla="*/ 24 w 74"/>
                <a:gd name="T11" fmla="*/ 5 h 76"/>
                <a:gd name="T12" fmla="*/ 32 w 74"/>
                <a:gd name="T13" fmla="*/ 1 h 76"/>
                <a:gd name="T14" fmla="*/ 35 w 74"/>
                <a:gd name="T15" fmla="*/ 9 h 76"/>
                <a:gd name="T16" fmla="*/ 15 w 74"/>
                <a:gd name="T17" fmla="*/ 58 h 76"/>
                <a:gd name="T18" fmla="*/ 68 w 74"/>
                <a:gd name="T19" fmla="*/ 64 h 76"/>
                <a:gd name="T20" fmla="*/ 74 w 74"/>
                <a:gd name="T21" fmla="*/ 70 h 76"/>
                <a:gd name="T22" fmla="*/ 68 w 74"/>
                <a:gd name="T2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" h="76">
                  <a:moveTo>
                    <a:pt x="68" y="76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4" y="69"/>
                    <a:pt x="2" y="68"/>
                    <a:pt x="1" y="67"/>
                  </a:cubicBezTo>
                  <a:cubicBezTo>
                    <a:pt x="1" y="65"/>
                    <a:pt x="0" y="63"/>
                    <a:pt x="1" y="61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1"/>
                    <a:pt x="29" y="0"/>
                    <a:pt x="32" y="1"/>
                  </a:cubicBezTo>
                  <a:cubicBezTo>
                    <a:pt x="35" y="2"/>
                    <a:pt x="36" y="6"/>
                    <a:pt x="35" y="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1" y="64"/>
                    <a:pt x="74" y="67"/>
                    <a:pt x="74" y="70"/>
                  </a:cubicBezTo>
                  <a:cubicBezTo>
                    <a:pt x="73" y="73"/>
                    <a:pt x="71" y="76"/>
                    <a:pt x="68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6" name="Freeform 52">
              <a:extLst>
                <a:ext uri="{FF2B5EF4-FFF2-40B4-BE49-F238E27FC236}">
                  <a16:creationId xmlns:a16="http://schemas.microsoft.com/office/drawing/2014/main" id="{368296E1-91C7-0142-92A5-9FC30718B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" y="491"/>
              <a:ext cx="269" cy="81"/>
            </a:xfrm>
            <a:custGeom>
              <a:avLst/>
              <a:gdLst>
                <a:gd name="T0" fmla="*/ 175 w 182"/>
                <a:gd name="T1" fmla="*/ 55 h 55"/>
                <a:gd name="T2" fmla="*/ 171 w 182"/>
                <a:gd name="T3" fmla="*/ 53 h 55"/>
                <a:gd name="T4" fmla="*/ 94 w 182"/>
                <a:gd name="T5" fmla="*/ 14 h 55"/>
                <a:gd name="T6" fmla="*/ 11 w 182"/>
                <a:gd name="T7" fmla="*/ 41 h 55"/>
                <a:gd name="T8" fmla="*/ 2 w 182"/>
                <a:gd name="T9" fmla="*/ 40 h 55"/>
                <a:gd name="T10" fmla="*/ 3 w 182"/>
                <a:gd name="T11" fmla="*/ 32 h 55"/>
                <a:gd name="T12" fmla="*/ 94 w 182"/>
                <a:gd name="T13" fmla="*/ 2 h 55"/>
                <a:gd name="T14" fmla="*/ 180 w 182"/>
                <a:gd name="T15" fmla="*/ 45 h 55"/>
                <a:gd name="T16" fmla="*/ 179 w 182"/>
                <a:gd name="T17" fmla="*/ 53 h 55"/>
                <a:gd name="T18" fmla="*/ 175 w 182"/>
                <a:gd name="T1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2" h="55">
                  <a:moveTo>
                    <a:pt x="175" y="55"/>
                  </a:moveTo>
                  <a:cubicBezTo>
                    <a:pt x="174" y="55"/>
                    <a:pt x="172" y="54"/>
                    <a:pt x="171" y="53"/>
                  </a:cubicBezTo>
                  <a:cubicBezTo>
                    <a:pt x="151" y="30"/>
                    <a:pt x="124" y="16"/>
                    <a:pt x="94" y="14"/>
                  </a:cubicBezTo>
                  <a:cubicBezTo>
                    <a:pt x="63" y="12"/>
                    <a:pt x="34" y="21"/>
                    <a:pt x="11" y="41"/>
                  </a:cubicBezTo>
                  <a:cubicBezTo>
                    <a:pt x="8" y="43"/>
                    <a:pt x="4" y="43"/>
                    <a:pt x="2" y="40"/>
                  </a:cubicBezTo>
                  <a:cubicBezTo>
                    <a:pt x="0" y="38"/>
                    <a:pt x="0" y="34"/>
                    <a:pt x="3" y="32"/>
                  </a:cubicBezTo>
                  <a:cubicBezTo>
                    <a:pt x="28" y="10"/>
                    <a:pt x="61" y="0"/>
                    <a:pt x="94" y="2"/>
                  </a:cubicBezTo>
                  <a:cubicBezTo>
                    <a:pt x="128" y="4"/>
                    <a:pt x="159" y="20"/>
                    <a:pt x="180" y="45"/>
                  </a:cubicBezTo>
                  <a:cubicBezTo>
                    <a:pt x="182" y="47"/>
                    <a:pt x="182" y="51"/>
                    <a:pt x="179" y="53"/>
                  </a:cubicBezTo>
                  <a:cubicBezTo>
                    <a:pt x="178" y="54"/>
                    <a:pt x="177" y="55"/>
                    <a:pt x="175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7" name="Freeform 53">
              <a:extLst>
                <a:ext uri="{FF2B5EF4-FFF2-40B4-BE49-F238E27FC236}">
                  <a16:creationId xmlns:a16="http://schemas.microsoft.com/office/drawing/2014/main" id="{58A5879A-4845-1A4E-AD7C-5245A797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8" y="754"/>
              <a:ext cx="108" cy="114"/>
            </a:xfrm>
            <a:custGeom>
              <a:avLst/>
              <a:gdLst>
                <a:gd name="T0" fmla="*/ 7 w 73"/>
                <a:gd name="T1" fmla="*/ 77 h 77"/>
                <a:gd name="T2" fmla="*/ 1 w 73"/>
                <a:gd name="T3" fmla="*/ 72 h 77"/>
                <a:gd name="T4" fmla="*/ 6 w 73"/>
                <a:gd name="T5" fmla="*/ 65 h 77"/>
                <a:gd name="T6" fmla="*/ 58 w 73"/>
                <a:gd name="T7" fmla="*/ 57 h 77"/>
                <a:gd name="T8" fmla="*/ 36 w 73"/>
                <a:gd name="T9" fmla="*/ 9 h 77"/>
                <a:gd name="T10" fmla="*/ 39 w 73"/>
                <a:gd name="T11" fmla="*/ 1 h 77"/>
                <a:gd name="T12" fmla="*/ 47 w 73"/>
                <a:gd name="T13" fmla="*/ 4 h 77"/>
                <a:gd name="T14" fmla="*/ 73 w 73"/>
                <a:gd name="T15" fmla="*/ 60 h 77"/>
                <a:gd name="T16" fmla="*/ 73 w 73"/>
                <a:gd name="T17" fmla="*/ 65 h 77"/>
                <a:gd name="T18" fmla="*/ 68 w 73"/>
                <a:gd name="T19" fmla="*/ 68 h 77"/>
                <a:gd name="T20" fmla="*/ 7 w 73"/>
                <a:gd name="T21" fmla="*/ 77 h 77"/>
                <a:gd name="T22" fmla="*/ 7 w 73"/>
                <a:gd name="T23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3" h="77">
                  <a:moveTo>
                    <a:pt x="7" y="77"/>
                  </a:moveTo>
                  <a:cubicBezTo>
                    <a:pt x="4" y="77"/>
                    <a:pt x="1" y="75"/>
                    <a:pt x="1" y="72"/>
                  </a:cubicBezTo>
                  <a:cubicBezTo>
                    <a:pt x="0" y="69"/>
                    <a:pt x="2" y="66"/>
                    <a:pt x="6" y="65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6"/>
                    <a:pt x="36" y="2"/>
                    <a:pt x="39" y="1"/>
                  </a:cubicBezTo>
                  <a:cubicBezTo>
                    <a:pt x="42" y="0"/>
                    <a:pt x="46" y="1"/>
                    <a:pt x="47" y="4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3" y="61"/>
                    <a:pt x="73" y="63"/>
                    <a:pt x="73" y="65"/>
                  </a:cubicBezTo>
                  <a:cubicBezTo>
                    <a:pt x="72" y="67"/>
                    <a:pt x="70" y="68"/>
                    <a:pt x="68" y="68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38" name="Freeform 54">
              <a:extLst>
                <a:ext uri="{FF2B5EF4-FFF2-40B4-BE49-F238E27FC236}">
                  <a16:creationId xmlns:a16="http://schemas.microsoft.com/office/drawing/2014/main" id="{B1F284B8-040C-EA40-B415-8A9522FE8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" y="612"/>
              <a:ext cx="144" cy="242"/>
            </a:xfrm>
            <a:custGeom>
              <a:avLst/>
              <a:gdLst>
                <a:gd name="T0" fmla="*/ 90 w 97"/>
                <a:gd name="T1" fmla="*/ 164 h 164"/>
                <a:gd name="T2" fmla="*/ 88 w 97"/>
                <a:gd name="T3" fmla="*/ 163 h 164"/>
                <a:gd name="T4" fmla="*/ 17 w 97"/>
                <a:gd name="T5" fmla="*/ 100 h 164"/>
                <a:gd name="T6" fmla="*/ 11 w 97"/>
                <a:gd name="T7" fmla="*/ 4 h 164"/>
                <a:gd name="T8" fmla="*/ 19 w 97"/>
                <a:gd name="T9" fmla="*/ 1 h 164"/>
                <a:gd name="T10" fmla="*/ 22 w 97"/>
                <a:gd name="T11" fmla="*/ 8 h 164"/>
                <a:gd name="T12" fmla="*/ 27 w 97"/>
                <a:gd name="T13" fmla="*/ 94 h 164"/>
                <a:gd name="T14" fmla="*/ 92 w 97"/>
                <a:gd name="T15" fmla="*/ 152 h 164"/>
                <a:gd name="T16" fmla="*/ 96 w 97"/>
                <a:gd name="T17" fmla="*/ 160 h 164"/>
                <a:gd name="T18" fmla="*/ 90 w 97"/>
                <a:gd name="T19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64">
                  <a:moveTo>
                    <a:pt x="90" y="164"/>
                  </a:moveTo>
                  <a:cubicBezTo>
                    <a:pt x="90" y="164"/>
                    <a:pt x="89" y="164"/>
                    <a:pt x="88" y="163"/>
                  </a:cubicBezTo>
                  <a:cubicBezTo>
                    <a:pt x="57" y="152"/>
                    <a:pt x="31" y="130"/>
                    <a:pt x="17" y="100"/>
                  </a:cubicBezTo>
                  <a:cubicBezTo>
                    <a:pt x="2" y="70"/>
                    <a:pt x="0" y="36"/>
                    <a:pt x="11" y="4"/>
                  </a:cubicBezTo>
                  <a:cubicBezTo>
                    <a:pt x="12" y="1"/>
                    <a:pt x="16" y="0"/>
                    <a:pt x="19" y="1"/>
                  </a:cubicBezTo>
                  <a:cubicBezTo>
                    <a:pt x="22" y="2"/>
                    <a:pt x="23" y="5"/>
                    <a:pt x="22" y="8"/>
                  </a:cubicBezTo>
                  <a:cubicBezTo>
                    <a:pt x="12" y="37"/>
                    <a:pt x="14" y="67"/>
                    <a:pt x="27" y="94"/>
                  </a:cubicBezTo>
                  <a:cubicBezTo>
                    <a:pt x="41" y="121"/>
                    <a:pt x="64" y="142"/>
                    <a:pt x="92" y="152"/>
                  </a:cubicBezTo>
                  <a:cubicBezTo>
                    <a:pt x="96" y="153"/>
                    <a:pt x="97" y="157"/>
                    <a:pt x="96" y="160"/>
                  </a:cubicBezTo>
                  <a:cubicBezTo>
                    <a:pt x="95" y="162"/>
                    <a:pt x="93" y="164"/>
                    <a:pt x="90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39" name="Group 81">
            <a:extLst>
              <a:ext uri="{FF2B5EF4-FFF2-40B4-BE49-F238E27FC236}">
                <a16:creationId xmlns:a16="http://schemas.microsoft.com/office/drawing/2014/main" id="{6F0CCB4D-675F-F14F-99D5-2DD46749B8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98612" y="5509828"/>
            <a:ext cx="450851" cy="449782"/>
            <a:chOff x="1370" y="1720"/>
            <a:chExt cx="426" cy="425"/>
          </a:xfrm>
          <a:solidFill>
            <a:schemeClr val="accent1"/>
          </a:solidFill>
        </p:grpSpPr>
        <p:sp>
          <p:nvSpPr>
            <p:cNvPr id="340" name="Freeform 82">
              <a:extLst>
                <a:ext uri="{FF2B5EF4-FFF2-40B4-BE49-F238E27FC236}">
                  <a16:creationId xmlns:a16="http://schemas.microsoft.com/office/drawing/2014/main" id="{AFD37094-822A-F447-8CE7-9F103F96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755"/>
              <a:ext cx="426" cy="390"/>
            </a:xfrm>
            <a:custGeom>
              <a:avLst/>
              <a:gdLst>
                <a:gd name="T0" fmla="*/ 282 w 288"/>
                <a:gd name="T1" fmla="*/ 264 h 264"/>
                <a:gd name="T2" fmla="*/ 6 w 288"/>
                <a:gd name="T3" fmla="*/ 264 h 264"/>
                <a:gd name="T4" fmla="*/ 0 w 288"/>
                <a:gd name="T5" fmla="*/ 258 h 264"/>
                <a:gd name="T6" fmla="*/ 0 w 288"/>
                <a:gd name="T7" fmla="*/ 6 h 264"/>
                <a:gd name="T8" fmla="*/ 6 w 288"/>
                <a:gd name="T9" fmla="*/ 0 h 264"/>
                <a:gd name="T10" fmla="*/ 54 w 288"/>
                <a:gd name="T11" fmla="*/ 0 h 264"/>
                <a:gd name="T12" fmla="*/ 60 w 288"/>
                <a:gd name="T13" fmla="*/ 6 h 264"/>
                <a:gd name="T14" fmla="*/ 54 w 288"/>
                <a:gd name="T15" fmla="*/ 12 h 264"/>
                <a:gd name="T16" fmla="*/ 12 w 288"/>
                <a:gd name="T17" fmla="*/ 12 h 264"/>
                <a:gd name="T18" fmla="*/ 12 w 288"/>
                <a:gd name="T19" fmla="*/ 252 h 264"/>
                <a:gd name="T20" fmla="*/ 276 w 288"/>
                <a:gd name="T21" fmla="*/ 252 h 264"/>
                <a:gd name="T22" fmla="*/ 276 w 288"/>
                <a:gd name="T23" fmla="*/ 12 h 264"/>
                <a:gd name="T24" fmla="*/ 234 w 288"/>
                <a:gd name="T25" fmla="*/ 12 h 264"/>
                <a:gd name="T26" fmla="*/ 228 w 288"/>
                <a:gd name="T27" fmla="*/ 6 h 264"/>
                <a:gd name="T28" fmla="*/ 234 w 288"/>
                <a:gd name="T29" fmla="*/ 0 h 264"/>
                <a:gd name="T30" fmla="*/ 282 w 288"/>
                <a:gd name="T31" fmla="*/ 0 h 264"/>
                <a:gd name="T32" fmla="*/ 288 w 288"/>
                <a:gd name="T33" fmla="*/ 6 h 264"/>
                <a:gd name="T34" fmla="*/ 288 w 288"/>
                <a:gd name="T35" fmla="*/ 258 h 264"/>
                <a:gd name="T36" fmla="*/ 282 w 288"/>
                <a:gd name="T37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264">
                  <a:moveTo>
                    <a:pt x="282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1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2"/>
                    <a:pt x="60" y="6"/>
                  </a:cubicBezTo>
                  <a:cubicBezTo>
                    <a:pt x="60" y="9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276" y="252"/>
                    <a:pt x="276" y="252"/>
                    <a:pt x="276" y="25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234" y="12"/>
                    <a:pt x="234" y="12"/>
                    <a:pt x="234" y="12"/>
                  </a:cubicBezTo>
                  <a:cubicBezTo>
                    <a:pt x="231" y="12"/>
                    <a:pt x="228" y="9"/>
                    <a:pt x="228" y="6"/>
                  </a:cubicBezTo>
                  <a:cubicBezTo>
                    <a:pt x="228" y="2"/>
                    <a:pt x="231" y="0"/>
                    <a:pt x="234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258"/>
                    <a:pt x="288" y="258"/>
                    <a:pt x="288" y="258"/>
                  </a:cubicBezTo>
                  <a:cubicBezTo>
                    <a:pt x="288" y="261"/>
                    <a:pt x="286" y="264"/>
                    <a:pt x="282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1" name="Freeform 83">
              <a:extLst>
                <a:ext uri="{FF2B5EF4-FFF2-40B4-BE49-F238E27FC236}">
                  <a16:creationId xmlns:a16="http://schemas.microsoft.com/office/drawing/2014/main" id="{3422F472-FD2E-E146-B0EE-B299A1CAE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1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2" name="Freeform 84">
              <a:extLst>
                <a:ext uri="{FF2B5EF4-FFF2-40B4-BE49-F238E27FC236}">
                  <a16:creationId xmlns:a16="http://schemas.microsoft.com/office/drawing/2014/main" id="{A5C0B545-2E7A-5941-9C66-99945E379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4" y="1720"/>
              <a:ext cx="71" cy="89"/>
            </a:xfrm>
            <a:custGeom>
              <a:avLst/>
              <a:gdLst>
                <a:gd name="T0" fmla="*/ 42 w 48"/>
                <a:gd name="T1" fmla="*/ 60 h 60"/>
                <a:gd name="T2" fmla="*/ 6 w 48"/>
                <a:gd name="T3" fmla="*/ 60 h 60"/>
                <a:gd name="T4" fmla="*/ 0 w 48"/>
                <a:gd name="T5" fmla="*/ 54 h 60"/>
                <a:gd name="T6" fmla="*/ 0 w 48"/>
                <a:gd name="T7" fmla="*/ 6 h 60"/>
                <a:gd name="T8" fmla="*/ 6 w 48"/>
                <a:gd name="T9" fmla="*/ 0 h 60"/>
                <a:gd name="T10" fmla="*/ 42 w 48"/>
                <a:gd name="T11" fmla="*/ 0 h 60"/>
                <a:gd name="T12" fmla="*/ 48 w 48"/>
                <a:gd name="T13" fmla="*/ 6 h 60"/>
                <a:gd name="T14" fmla="*/ 48 w 48"/>
                <a:gd name="T15" fmla="*/ 54 h 60"/>
                <a:gd name="T16" fmla="*/ 42 w 48"/>
                <a:gd name="T17" fmla="*/ 60 h 60"/>
                <a:gd name="T18" fmla="*/ 12 w 48"/>
                <a:gd name="T19" fmla="*/ 48 h 60"/>
                <a:gd name="T20" fmla="*/ 36 w 48"/>
                <a:gd name="T21" fmla="*/ 48 h 60"/>
                <a:gd name="T22" fmla="*/ 36 w 48"/>
                <a:gd name="T23" fmla="*/ 12 h 60"/>
                <a:gd name="T24" fmla="*/ 12 w 48"/>
                <a:gd name="T25" fmla="*/ 12 h 60"/>
                <a:gd name="T26" fmla="*/ 12 w 48"/>
                <a:gd name="T27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0">
                  <a:moveTo>
                    <a:pt x="42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7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2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57"/>
                    <a:pt x="46" y="60"/>
                    <a:pt x="42" y="60"/>
                  </a:cubicBezTo>
                  <a:close/>
                  <a:moveTo>
                    <a:pt x="1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3" name="Freeform 85">
              <a:extLst>
                <a:ext uri="{FF2B5EF4-FFF2-40B4-BE49-F238E27FC236}">
                  <a16:creationId xmlns:a16="http://schemas.microsoft.com/office/drawing/2014/main" id="{374CD6E2-C0BA-8E40-A449-820C4406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1755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4" name="Freeform 86">
              <a:extLst>
                <a:ext uri="{FF2B5EF4-FFF2-40B4-BE49-F238E27FC236}">
                  <a16:creationId xmlns:a16="http://schemas.microsoft.com/office/drawing/2014/main" id="{5650B1E9-10A3-734D-9AC1-8B333A35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844"/>
              <a:ext cx="426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5" name="Freeform 87">
              <a:extLst>
                <a:ext uri="{FF2B5EF4-FFF2-40B4-BE49-F238E27FC236}">
                  <a16:creationId xmlns:a16="http://schemas.microsoft.com/office/drawing/2014/main" id="{4B7887F8-0B63-E948-966D-617614E8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6" name="Freeform 88">
              <a:extLst>
                <a:ext uri="{FF2B5EF4-FFF2-40B4-BE49-F238E27FC236}">
                  <a16:creationId xmlns:a16="http://schemas.microsoft.com/office/drawing/2014/main" id="{ABE6E62F-E613-A74D-B3A8-299734AD8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7" name="Freeform 89">
              <a:extLst>
                <a:ext uri="{FF2B5EF4-FFF2-40B4-BE49-F238E27FC236}">
                  <a16:creationId xmlns:a16="http://schemas.microsoft.com/office/drawing/2014/main" id="{695E4311-FAD6-9945-AF11-C24EB518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1879"/>
              <a:ext cx="18" cy="231"/>
            </a:xfrm>
            <a:custGeom>
              <a:avLst/>
              <a:gdLst>
                <a:gd name="T0" fmla="*/ 6 w 12"/>
                <a:gd name="T1" fmla="*/ 156 h 156"/>
                <a:gd name="T2" fmla="*/ 0 w 12"/>
                <a:gd name="T3" fmla="*/ 150 h 156"/>
                <a:gd name="T4" fmla="*/ 0 w 12"/>
                <a:gd name="T5" fmla="*/ 6 h 156"/>
                <a:gd name="T6" fmla="*/ 6 w 12"/>
                <a:gd name="T7" fmla="*/ 0 h 156"/>
                <a:gd name="T8" fmla="*/ 12 w 12"/>
                <a:gd name="T9" fmla="*/ 6 h 156"/>
                <a:gd name="T10" fmla="*/ 12 w 12"/>
                <a:gd name="T11" fmla="*/ 150 h 156"/>
                <a:gd name="T12" fmla="*/ 6 w 12"/>
                <a:gd name="T1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56">
                  <a:moveTo>
                    <a:pt x="6" y="156"/>
                  </a:move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2" y="153"/>
                    <a:pt x="10" y="156"/>
                    <a:pt x="6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F6332ED2-95E6-314D-B133-3718ED39B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15"/>
              <a:ext cx="355" cy="18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9" name="Freeform 91">
              <a:extLst>
                <a:ext uri="{FF2B5EF4-FFF2-40B4-BE49-F238E27FC236}">
                  <a16:creationId xmlns:a16="http://schemas.microsoft.com/office/drawing/2014/main" id="{6A20710A-A127-3045-90AC-4BEF3E718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986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0" name="Freeform 92">
              <a:extLst>
                <a:ext uri="{FF2B5EF4-FFF2-40B4-BE49-F238E27FC236}">
                  <a16:creationId xmlns:a16="http://schemas.microsoft.com/office/drawing/2014/main" id="{D7659633-77CA-5343-AA5A-F95F88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057"/>
              <a:ext cx="355" cy="17"/>
            </a:xfrm>
            <a:custGeom>
              <a:avLst/>
              <a:gdLst>
                <a:gd name="T0" fmla="*/ 234 w 240"/>
                <a:gd name="T1" fmla="*/ 12 h 12"/>
                <a:gd name="T2" fmla="*/ 6 w 240"/>
                <a:gd name="T3" fmla="*/ 12 h 12"/>
                <a:gd name="T4" fmla="*/ 0 w 240"/>
                <a:gd name="T5" fmla="*/ 6 h 12"/>
                <a:gd name="T6" fmla="*/ 6 w 240"/>
                <a:gd name="T7" fmla="*/ 0 h 12"/>
                <a:gd name="T8" fmla="*/ 234 w 240"/>
                <a:gd name="T9" fmla="*/ 0 h 12"/>
                <a:gd name="T10" fmla="*/ 240 w 240"/>
                <a:gd name="T11" fmla="*/ 6 h 12"/>
                <a:gd name="T12" fmla="*/ 234 w 24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2">
                  <a:moveTo>
                    <a:pt x="23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38" y="0"/>
                    <a:pt x="240" y="2"/>
                    <a:pt x="240" y="6"/>
                  </a:cubicBezTo>
                  <a:cubicBezTo>
                    <a:pt x="240" y="9"/>
                    <a:pt x="238" y="12"/>
                    <a:pt x="23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351" name="Freeform 144">
            <a:extLst>
              <a:ext uri="{FF2B5EF4-FFF2-40B4-BE49-F238E27FC236}">
                <a16:creationId xmlns:a16="http://schemas.microsoft.com/office/drawing/2014/main" id="{887C956D-5C6A-EF41-B68E-293B826857D7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171887" y="1915146"/>
            <a:ext cx="274440" cy="529622"/>
          </a:xfrm>
          <a:custGeom>
            <a:avLst/>
            <a:gdLst>
              <a:gd name="T0" fmla="*/ 116 w 154"/>
              <a:gd name="T1" fmla="*/ 167 h 297"/>
              <a:gd name="T2" fmla="*/ 83 w 154"/>
              <a:gd name="T3" fmla="*/ 119 h 297"/>
              <a:gd name="T4" fmla="*/ 83 w 154"/>
              <a:gd name="T5" fmla="*/ 18 h 297"/>
              <a:gd name="T6" fmla="*/ 83 w 154"/>
              <a:gd name="T7" fmla="*/ 17 h 297"/>
              <a:gd name="T8" fmla="*/ 83 w 154"/>
              <a:gd name="T9" fmla="*/ 17 h 297"/>
              <a:gd name="T10" fmla="*/ 109 w 154"/>
              <a:gd name="T11" fmla="*/ 34 h 297"/>
              <a:gd name="T12" fmla="*/ 118 w 154"/>
              <a:gd name="T13" fmla="*/ 33 h 297"/>
              <a:gd name="T14" fmla="*/ 119 w 154"/>
              <a:gd name="T15" fmla="*/ 30 h 297"/>
              <a:gd name="T16" fmla="*/ 116 w 154"/>
              <a:gd name="T17" fmla="*/ 25 h 297"/>
              <a:gd name="T18" fmla="*/ 80 w 154"/>
              <a:gd name="T19" fmla="*/ 1 h 297"/>
              <a:gd name="T20" fmla="*/ 80 w 154"/>
              <a:gd name="T21" fmla="*/ 1 h 297"/>
              <a:gd name="T22" fmla="*/ 80 w 154"/>
              <a:gd name="T23" fmla="*/ 1 h 297"/>
              <a:gd name="T24" fmla="*/ 80 w 154"/>
              <a:gd name="T25" fmla="*/ 1 h 297"/>
              <a:gd name="T26" fmla="*/ 79 w 154"/>
              <a:gd name="T27" fmla="*/ 0 h 297"/>
              <a:gd name="T28" fmla="*/ 79 w 154"/>
              <a:gd name="T29" fmla="*/ 0 h 297"/>
              <a:gd name="T30" fmla="*/ 77 w 154"/>
              <a:gd name="T31" fmla="*/ 0 h 297"/>
              <a:gd name="T32" fmla="*/ 77 w 154"/>
              <a:gd name="T33" fmla="*/ 0 h 297"/>
              <a:gd name="T34" fmla="*/ 76 w 154"/>
              <a:gd name="T35" fmla="*/ 0 h 297"/>
              <a:gd name="T36" fmla="*/ 75 w 154"/>
              <a:gd name="T37" fmla="*/ 0 h 297"/>
              <a:gd name="T38" fmla="*/ 74 w 154"/>
              <a:gd name="T39" fmla="*/ 1 h 297"/>
              <a:gd name="T40" fmla="*/ 74 w 154"/>
              <a:gd name="T41" fmla="*/ 1 h 297"/>
              <a:gd name="T42" fmla="*/ 74 w 154"/>
              <a:gd name="T43" fmla="*/ 1 h 297"/>
              <a:gd name="T44" fmla="*/ 74 w 154"/>
              <a:gd name="T45" fmla="*/ 1 h 297"/>
              <a:gd name="T46" fmla="*/ 38 w 154"/>
              <a:gd name="T47" fmla="*/ 25 h 297"/>
              <a:gd name="T48" fmla="*/ 37 w 154"/>
              <a:gd name="T49" fmla="*/ 33 h 297"/>
              <a:gd name="T50" fmla="*/ 45 w 154"/>
              <a:gd name="T51" fmla="*/ 34 h 297"/>
              <a:gd name="T52" fmla="*/ 71 w 154"/>
              <a:gd name="T53" fmla="*/ 17 h 297"/>
              <a:gd name="T54" fmla="*/ 71 w 154"/>
              <a:gd name="T55" fmla="*/ 17 h 297"/>
              <a:gd name="T56" fmla="*/ 71 w 154"/>
              <a:gd name="T57" fmla="*/ 18 h 297"/>
              <a:gd name="T58" fmla="*/ 71 w 154"/>
              <a:gd name="T59" fmla="*/ 119 h 297"/>
              <a:gd name="T60" fmla="*/ 38 w 154"/>
              <a:gd name="T61" fmla="*/ 167 h 297"/>
              <a:gd name="T62" fmla="*/ 0 w 154"/>
              <a:gd name="T63" fmla="*/ 226 h 297"/>
              <a:gd name="T64" fmla="*/ 0 w 154"/>
              <a:gd name="T65" fmla="*/ 255 h 297"/>
              <a:gd name="T66" fmla="*/ 0 w 154"/>
              <a:gd name="T67" fmla="*/ 280 h 297"/>
              <a:gd name="T68" fmla="*/ 0 w 154"/>
              <a:gd name="T69" fmla="*/ 291 h 297"/>
              <a:gd name="T70" fmla="*/ 6 w 154"/>
              <a:gd name="T71" fmla="*/ 297 h 297"/>
              <a:gd name="T72" fmla="*/ 12 w 154"/>
              <a:gd name="T73" fmla="*/ 291 h 297"/>
              <a:gd name="T74" fmla="*/ 12 w 154"/>
              <a:gd name="T75" fmla="*/ 280 h 297"/>
              <a:gd name="T76" fmla="*/ 12 w 154"/>
              <a:gd name="T77" fmla="*/ 280 h 297"/>
              <a:gd name="T78" fmla="*/ 12 w 154"/>
              <a:gd name="T79" fmla="*/ 226 h 297"/>
              <a:gd name="T80" fmla="*/ 45 w 154"/>
              <a:gd name="T81" fmla="*/ 177 h 297"/>
              <a:gd name="T82" fmla="*/ 77 w 154"/>
              <a:gd name="T83" fmla="*/ 146 h 297"/>
              <a:gd name="T84" fmla="*/ 109 w 154"/>
              <a:gd name="T85" fmla="*/ 177 h 297"/>
              <a:gd name="T86" fmla="*/ 142 w 154"/>
              <a:gd name="T87" fmla="*/ 226 h 297"/>
              <a:gd name="T88" fmla="*/ 142 w 154"/>
              <a:gd name="T89" fmla="*/ 280 h 297"/>
              <a:gd name="T90" fmla="*/ 142 w 154"/>
              <a:gd name="T91" fmla="*/ 280 h 297"/>
              <a:gd name="T92" fmla="*/ 142 w 154"/>
              <a:gd name="T93" fmla="*/ 291 h 297"/>
              <a:gd name="T94" fmla="*/ 148 w 154"/>
              <a:gd name="T95" fmla="*/ 297 h 297"/>
              <a:gd name="T96" fmla="*/ 154 w 154"/>
              <a:gd name="T97" fmla="*/ 291 h 297"/>
              <a:gd name="T98" fmla="*/ 154 w 154"/>
              <a:gd name="T99" fmla="*/ 280 h 297"/>
              <a:gd name="T100" fmla="*/ 154 w 154"/>
              <a:gd name="T101" fmla="*/ 255 h 297"/>
              <a:gd name="T102" fmla="*/ 154 w 154"/>
              <a:gd name="T103" fmla="*/ 226 h 297"/>
              <a:gd name="T104" fmla="*/ 116 w 154"/>
              <a:gd name="T105" fmla="*/ 167 h 2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4" h="297">
                <a:moveTo>
                  <a:pt x="116" y="167"/>
                </a:moveTo>
                <a:cubicBezTo>
                  <a:pt x="98" y="156"/>
                  <a:pt x="83" y="146"/>
                  <a:pt x="83" y="119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7"/>
                  <a:pt x="83" y="17"/>
                </a:cubicBezTo>
                <a:cubicBezTo>
                  <a:pt x="83" y="17"/>
                  <a:pt x="83" y="17"/>
                  <a:pt x="83" y="17"/>
                </a:cubicBezTo>
                <a:cubicBezTo>
                  <a:pt x="109" y="34"/>
                  <a:pt x="109" y="34"/>
                  <a:pt x="109" y="34"/>
                </a:cubicBezTo>
                <a:cubicBezTo>
                  <a:pt x="112" y="36"/>
                  <a:pt x="116" y="36"/>
                  <a:pt x="118" y="33"/>
                </a:cubicBezTo>
                <a:cubicBezTo>
                  <a:pt x="118" y="32"/>
                  <a:pt x="119" y="31"/>
                  <a:pt x="119" y="30"/>
                </a:cubicBezTo>
                <a:cubicBezTo>
                  <a:pt x="119" y="28"/>
                  <a:pt x="118" y="26"/>
                  <a:pt x="116" y="25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80" y="1"/>
                  <a:pt x="80" y="1"/>
                </a:cubicBezTo>
                <a:cubicBezTo>
                  <a:pt x="80" y="1"/>
                  <a:pt x="79" y="0"/>
                  <a:pt x="79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8" y="0"/>
                  <a:pt x="78" y="0"/>
                  <a:pt x="77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75" y="0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74" y="1"/>
                  <a:pt x="74" y="1"/>
                  <a:pt x="74" y="1"/>
                </a:cubicBezTo>
                <a:cubicBezTo>
                  <a:pt x="38" y="25"/>
                  <a:pt x="38" y="25"/>
                  <a:pt x="38" y="25"/>
                </a:cubicBezTo>
                <a:cubicBezTo>
                  <a:pt x="35" y="26"/>
                  <a:pt x="35" y="30"/>
                  <a:pt x="37" y="33"/>
                </a:cubicBezTo>
                <a:cubicBezTo>
                  <a:pt x="38" y="36"/>
                  <a:pt x="42" y="36"/>
                  <a:pt x="45" y="34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7"/>
                  <a:pt x="71" y="17"/>
                </a:cubicBezTo>
                <a:cubicBezTo>
                  <a:pt x="71" y="17"/>
                  <a:pt x="71" y="18"/>
                  <a:pt x="71" y="18"/>
                </a:cubicBezTo>
                <a:cubicBezTo>
                  <a:pt x="71" y="119"/>
                  <a:pt x="71" y="119"/>
                  <a:pt x="71" y="119"/>
                </a:cubicBezTo>
                <a:cubicBezTo>
                  <a:pt x="71" y="146"/>
                  <a:pt x="56" y="156"/>
                  <a:pt x="38" y="167"/>
                </a:cubicBezTo>
                <a:cubicBezTo>
                  <a:pt x="20" y="179"/>
                  <a:pt x="0" y="193"/>
                  <a:pt x="0" y="226"/>
                </a:cubicBezTo>
                <a:cubicBezTo>
                  <a:pt x="0" y="255"/>
                  <a:pt x="0" y="255"/>
                  <a:pt x="0" y="255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291"/>
                  <a:pt x="0" y="291"/>
                  <a:pt x="0" y="291"/>
                </a:cubicBezTo>
                <a:cubicBezTo>
                  <a:pt x="0" y="294"/>
                  <a:pt x="3" y="297"/>
                  <a:pt x="6" y="297"/>
                </a:cubicBezTo>
                <a:cubicBezTo>
                  <a:pt x="9" y="297"/>
                  <a:pt x="12" y="294"/>
                  <a:pt x="12" y="291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80"/>
                  <a:pt x="12" y="280"/>
                  <a:pt x="12" y="280"/>
                </a:cubicBezTo>
                <a:cubicBezTo>
                  <a:pt x="12" y="226"/>
                  <a:pt x="12" y="226"/>
                  <a:pt x="12" y="226"/>
                </a:cubicBezTo>
                <a:cubicBezTo>
                  <a:pt x="12" y="199"/>
                  <a:pt x="27" y="189"/>
                  <a:pt x="45" y="177"/>
                </a:cubicBezTo>
                <a:cubicBezTo>
                  <a:pt x="57" y="169"/>
                  <a:pt x="70" y="161"/>
                  <a:pt x="77" y="146"/>
                </a:cubicBezTo>
                <a:cubicBezTo>
                  <a:pt x="84" y="161"/>
                  <a:pt x="97" y="169"/>
                  <a:pt x="109" y="177"/>
                </a:cubicBezTo>
                <a:cubicBezTo>
                  <a:pt x="127" y="189"/>
                  <a:pt x="142" y="199"/>
                  <a:pt x="142" y="226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80"/>
                  <a:pt x="142" y="280"/>
                  <a:pt x="142" y="280"/>
                </a:cubicBezTo>
                <a:cubicBezTo>
                  <a:pt x="142" y="291"/>
                  <a:pt x="142" y="291"/>
                  <a:pt x="142" y="291"/>
                </a:cubicBezTo>
                <a:cubicBezTo>
                  <a:pt x="142" y="294"/>
                  <a:pt x="145" y="297"/>
                  <a:pt x="148" y="297"/>
                </a:cubicBezTo>
                <a:cubicBezTo>
                  <a:pt x="152" y="297"/>
                  <a:pt x="154" y="294"/>
                  <a:pt x="154" y="291"/>
                </a:cubicBezTo>
                <a:cubicBezTo>
                  <a:pt x="154" y="280"/>
                  <a:pt x="154" y="280"/>
                  <a:pt x="154" y="280"/>
                </a:cubicBezTo>
                <a:cubicBezTo>
                  <a:pt x="154" y="255"/>
                  <a:pt x="154" y="255"/>
                  <a:pt x="154" y="255"/>
                </a:cubicBezTo>
                <a:cubicBezTo>
                  <a:pt x="154" y="226"/>
                  <a:pt x="154" y="226"/>
                  <a:pt x="154" y="226"/>
                </a:cubicBezTo>
                <a:cubicBezTo>
                  <a:pt x="154" y="193"/>
                  <a:pt x="134" y="179"/>
                  <a:pt x="116" y="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j-lt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3CF84E6-DB80-C040-8D2B-6B117435B35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32640" y="1933804"/>
            <a:ext cx="491102" cy="492306"/>
            <a:chOff x="1378" y="455"/>
            <a:chExt cx="408" cy="409"/>
          </a:xfrm>
          <a:solidFill>
            <a:schemeClr val="accent1"/>
          </a:solidFill>
        </p:grpSpPr>
        <p:sp>
          <p:nvSpPr>
            <p:cNvPr id="353" name="Freeform 10">
              <a:extLst>
                <a:ext uri="{FF2B5EF4-FFF2-40B4-BE49-F238E27FC236}">
                  <a16:creationId xmlns:a16="http://schemas.microsoft.com/office/drawing/2014/main" id="{19E0843A-545A-5E44-8AF6-E92D9679B4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2" y="489"/>
              <a:ext cx="340" cy="341"/>
            </a:xfrm>
            <a:custGeom>
              <a:avLst/>
              <a:gdLst>
                <a:gd name="T0" fmla="*/ 115 w 230"/>
                <a:gd name="T1" fmla="*/ 230 h 230"/>
                <a:gd name="T2" fmla="*/ 0 w 230"/>
                <a:gd name="T3" fmla="*/ 115 h 230"/>
                <a:gd name="T4" fmla="*/ 115 w 230"/>
                <a:gd name="T5" fmla="*/ 0 h 230"/>
                <a:gd name="T6" fmla="*/ 230 w 230"/>
                <a:gd name="T7" fmla="*/ 115 h 230"/>
                <a:gd name="T8" fmla="*/ 115 w 230"/>
                <a:gd name="T9" fmla="*/ 230 h 230"/>
                <a:gd name="T10" fmla="*/ 115 w 230"/>
                <a:gd name="T11" fmla="*/ 12 h 230"/>
                <a:gd name="T12" fmla="*/ 12 w 230"/>
                <a:gd name="T13" fmla="*/ 115 h 230"/>
                <a:gd name="T14" fmla="*/ 115 w 230"/>
                <a:gd name="T15" fmla="*/ 218 h 230"/>
                <a:gd name="T16" fmla="*/ 218 w 230"/>
                <a:gd name="T17" fmla="*/ 115 h 230"/>
                <a:gd name="T18" fmla="*/ 115 w 230"/>
                <a:gd name="T19" fmla="*/ 12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230">
                  <a:moveTo>
                    <a:pt x="115" y="230"/>
                  </a:moveTo>
                  <a:cubicBezTo>
                    <a:pt x="52" y="230"/>
                    <a:pt x="0" y="178"/>
                    <a:pt x="0" y="115"/>
                  </a:cubicBezTo>
                  <a:cubicBezTo>
                    <a:pt x="0" y="51"/>
                    <a:pt x="52" y="0"/>
                    <a:pt x="115" y="0"/>
                  </a:cubicBezTo>
                  <a:cubicBezTo>
                    <a:pt x="179" y="0"/>
                    <a:pt x="230" y="51"/>
                    <a:pt x="230" y="115"/>
                  </a:cubicBezTo>
                  <a:cubicBezTo>
                    <a:pt x="230" y="178"/>
                    <a:pt x="179" y="230"/>
                    <a:pt x="115" y="230"/>
                  </a:cubicBezTo>
                  <a:close/>
                  <a:moveTo>
                    <a:pt x="115" y="12"/>
                  </a:moveTo>
                  <a:cubicBezTo>
                    <a:pt x="59" y="12"/>
                    <a:pt x="12" y="58"/>
                    <a:pt x="12" y="115"/>
                  </a:cubicBezTo>
                  <a:cubicBezTo>
                    <a:pt x="12" y="172"/>
                    <a:pt x="59" y="218"/>
                    <a:pt x="115" y="218"/>
                  </a:cubicBezTo>
                  <a:cubicBezTo>
                    <a:pt x="172" y="218"/>
                    <a:pt x="218" y="172"/>
                    <a:pt x="218" y="115"/>
                  </a:cubicBezTo>
                  <a:cubicBezTo>
                    <a:pt x="218" y="58"/>
                    <a:pt x="172" y="12"/>
                    <a:pt x="11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4" name="Freeform 11">
              <a:extLst>
                <a:ext uri="{FF2B5EF4-FFF2-40B4-BE49-F238E27FC236}">
                  <a16:creationId xmlns:a16="http://schemas.microsoft.com/office/drawing/2014/main" id="{E215F30D-61AD-A146-85D1-7B02FC0B2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8" y="574"/>
              <a:ext cx="170" cy="170"/>
            </a:xfrm>
            <a:custGeom>
              <a:avLst/>
              <a:gdLst>
                <a:gd name="T0" fmla="*/ 57 w 115"/>
                <a:gd name="T1" fmla="*/ 115 h 115"/>
                <a:gd name="T2" fmla="*/ 0 w 115"/>
                <a:gd name="T3" fmla="*/ 58 h 115"/>
                <a:gd name="T4" fmla="*/ 57 w 115"/>
                <a:gd name="T5" fmla="*/ 0 h 115"/>
                <a:gd name="T6" fmla="*/ 115 w 115"/>
                <a:gd name="T7" fmla="*/ 58 h 115"/>
                <a:gd name="T8" fmla="*/ 57 w 115"/>
                <a:gd name="T9" fmla="*/ 115 h 115"/>
                <a:gd name="T10" fmla="*/ 57 w 115"/>
                <a:gd name="T11" fmla="*/ 12 h 115"/>
                <a:gd name="T12" fmla="*/ 12 w 115"/>
                <a:gd name="T13" fmla="*/ 58 h 115"/>
                <a:gd name="T14" fmla="*/ 57 w 115"/>
                <a:gd name="T15" fmla="*/ 103 h 115"/>
                <a:gd name="T16" fmla="*/ 103 w 115"/>
                <a:gd name="T17" fmla="*/ 58 h 115"/>
                <a:gd name="T18" fmla="*/ 57 w 115"/>
                <a:gd name="T19" fmla="*/ 1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15">
                  <a:moveTo>
                    <a:pt x="57" y="115"/>
                  </a:moveTo>
                  <a:cubicBezTo>
                    <a:pt x="26" y="115"/>
                    <a:pt x="0" y="90"/>
                    <a:pt x="0" y="58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9" y="0"/>
                    <a:pt x="115" y="26"/>
                    <a:pt x="115" y="58"/>
                  </a:cubicBezTo>
                  <a:cubicBezTo>
                    <a:pt x="115" y="90"/>
                    <a:pt x="89" y="115"/>
                    <a:pt x="57" y="115"/>
                  </a:cubicBezTo>
                  <a:close/>
                  <a:moveTo>
                    <a:pt x="57" y="12"/>
                  </a:moveTo>
                  <a:cubicBezTo>
                    <a:pt x="32" y="12"/>
                    <a:pt x="12" y="33"/>
                    <a:pt x="12" y="58"/>
                  </a:cubicBezTo>
                  <a:cubicBezTo>
                    <a:pt x="12" y="83"/>
                    <a:pt x="32" y="103"/>
                    <a:pt x="57" y="103"/>
                  </a:cubicBezTo>
                  <a:cubicBezTo>
                    <a:pt x="83" y="103"/>
                    <a:pt x="103" y="83"/>
                    <a:pt x="103" y="58"/>
                  </a:cubicBezTo>
                  <a:cubicBezTo>
                    <a:pt x="103" y="33"/>
                    <a:pt x="83" y="12"/>
                    <a:pt x="5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5" name="Freeform 12">
              <a:extLst>
                <a:ext uri="{FF2B5EF4-FFF2-40B4-BE49-F238E27FC236}">
                  <a16:creationId xmlns:a16="http://schemas.microsoft.com/office/drawing/2014/main" id="{B99AB6FD-96E3-0141-8570-EF1AD6989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3" y="455"/>
              <a:ext cx="18" cy="409"/>
            </a:xfrm>
            <a:custGeom>
              <a:avLst/>
              <a:gdLst>
                <a:gd name="T0" fmla="*/ 6 w 12"/>
                <a:gd name="T1" fmla="*/ 276 h 276"/>
                <a:gd name="T2" fmla="*/ 0 w 12"/>
                <a:gd name="T3" fmla="*/ 270 h 276"/>
                <a:gd name="T4" fmla="*/ 0 w 12"/>
                <a:gd name="T5" fmla="*/ 6 h 276"/>
                <a:gd name="T6" fmla="*/ 6 w 12"/>
                <a:gd name="T7" fmla="*/ 0 h 276"/>
                <a:gd name="T8" fmla="*/ 12 w 12"/>
                <a:gd name="T9" fmla="*/ 6 h 276"/>
                <a:gd name="T10" fmla="*/ 12 w 12"/>
                <a:gd name="T11" fmla="*/ 270 h 276"/>
                <a:gd name="T12" fmla="*/ 6 w 12"/>
                <a:gd name="T13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76">
                  <a:moveTo>
                    <a:pt x="6" y="276"/>
                  </a:moveTo>
                  <a:cubicBezTo>
                    <a:pt x="3" y="276"/>
                    <a:pt x="0" y="273"/>
                    <a:pt x="0" y="27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70"/>
                    <a:pt x="12" y="270"/>
                    <a:pt x="12" y="270"/>
                  </a:cubicBezTo>
                  <a:cubicBezTo>
                    <a:pt x="12" y="273"/>
                    <a:pt x="10" y="276"/>
                    <a:pt x="6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56" name="Freeform 13">
              <a:extLst>
                <a:ext uri="{FF2B5EF4-FFF2-40B4-BE49-F238E27FC236}">
                  <a16:creationId xmlns:a16="http://schemas.microsoft.com/office/drawing/2014/main" id="{B8756B43-11EC-4C44-B2BA-7B15246B2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8" y="651"/>
              <a:ext cx="408" cy="17"/>
            </a:xfrm>
            <a:custGeom>
              <a:avLst/>
              <a:gdLst>
                <a:gd name="T0" fmla="*/ 270 w 276"/>
                <a:gd name="T1" fmla="*/ 12 h 12"/>
                <a:gd name="T2" fmla="*/ 6 w 276"/>
                <a:gd name="T3" fmla="*/ 12 h 12"/>
                <a:gd name="T4" fmla="*/ 0 w 276"/>
                <a:gd name="T5" fmla="*/ 6 h 12"/>
                <a:gd name="T6" fmla="*/ 6 w 276"/>
                <a:gd name="T7" fmla="*/ 0 h 12"/>
                <a:gd name="T8" fmla="*/ 270 w 276"/>
                <a:gd name="T9" fmla="*/ 0 h 12"/>
                <a:gd name="T10" fmla="*/ 276 w 276"/>
                <a:gd name="T11" fmla="*/ 6 h 12"/>
                <a:gd name="T12" fmla="*/ 270 w 27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12">
                  <a:moveTo>
                    <a:pt x="27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4" y="0"/>
                    <a:pt x="276" y="3"/>
                    <a:pt x="276" y="6"/>
                  </a:cubicBezTo>
                  <a:cubicBezTo>
                    <a:pt x="276" y="9"/>
                    <a:pt x="274" y="12"/>
                    <a:pt x="27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357" name="Group 60">
            <a:extLst>
              <a:ext uri="{FF2B5EF4-FFF2-40B4-BE49-F238E27FC236}">
                <a16:creationId xmlns:a16="http://schemas.microsoft.com/office/drawing/2014/main" id="{3B66017D-AE30-3842-A30B-430AD751F9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34652" y="5494451"/>
            <a:ext cx="481666" cy="480536"/>
            <a:chOff x="348" y="1721"/>
            <a:chExt cx="426" cy="425"/>
          </a:xfrm>
          <a:solidFill>
            <a:schemeClr val="accent1"/>
          </a:solidFill>
        </p:grpSpPr>
        <p:sp>
          <p:nvSpPr>
            <p:cNvPr id="358" name="Freeform 61">
              <a:extLst>
                <a:ext uri="{FF2B5EF4-FFF2-40B4-BE49-F238E27FC236}">
                  <a16:creationId xmlns:a16="http://schemas.microsoft.com/office/drawing/2014/main" id="{2C5B2D4E-1F4D-CB46-A341-2B749AC7F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" y="1721"/>
              <a:ext cx="373" cy="372"/>
            </a:xfrm>
            <a:custGeom>
              <a:avLst/>
              <a:gdLst>
                <a:gd name="T0" fmla="*/ 126 w 252"/>
                <a:gd name="T1" fmla="*/ 252 h 252"/>
                <a:gd name="T2" fmla="*/ 0 w 252"/>
                <a:gd name="T3" fmla="*/ 126 h 252"/>
                <a:gd name="T4" fmla="*/ 126 w 252"/>
                <a:gd name="T5" fmla="*/ 0 h 252"/>
                <a:gd name="T6" fmla="*/ 252 w 252"/>
                <a:gd name="T7" fmla="*/ 126 h 252"/>
                <a:gd name="T8" fmla="*/ 126 w 252"/>
                <a:gd name="T9" fmla="*/ 252 h 252"/>
                <a:gd name="T10" fmla="*/ 126 w 252"/>
                <a:gd name="T11" fmla="*/ 12 h 252"/>
                <a:gd name="T12" fmla="*/ 12 w 252"/>
                <a:gd name="T13" fmla="*/ 126 h 252"/>
                <a:gd name="T14" fmla="*/ 126 w 252"/>
                <a:gd name="T15" fmla="*/ 240 h 252"/>
                <a:gd name="T16" fmla="*/ 240 w 252"/>
                <a:gd name="T17" fmla="*/ 126 h 252"/>
                <a:gd name="T18" fmla="*/ 126 w 252"/>
                <a:gd name="T19" fmla="*/ 1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2" h="252">
                  <a:moveTo>
                    <a:pt x="126" y="252"/>
                  </a:moveTo>
                  <a:cubicBezTo>
                    <a:pt x="56" y="252"/>
                    <a:pt x="0" y="195"/>
                    <a:pt x="0" y="126"/>
                  </a:cubicBezTo>
                  <a:cubicBezTo>
                    <a:pt x="0" y="56"/>
                    <a:pt x="56" y="0"/>
                    <a:pt x="126" y="0"/>
                  </a:cubicBezTo>
                  <a:cubicBezTo>
                    <a:pt x="195" y="0"/>
                    <a:pt x="252" y="56"/>
                    <a:pt x="252" y="126"/>
                  </a:cubicBezTo>
                  <a:cubicBezTo>
                    <a:pt x="252" y="195"/>
                    <a:pt x="195" y="252"/>
                    <a:pt x="126" y="252"/>
                  </a:cubicBezTo>
                  <a:close/>
                  <a:moveTo>
                    <a:pt x="126" y="12"/>
                  </a:moveTo>
                  <a:cubicBezTo>
                    <a:pt x="63" y="12"/>
                    <a:pt x="12" y="63"/>
                    <a:pt x="12" y="126"/>
                  </a:cubicBezTo>
                  <a:cubicBezTo>
                    <a:pt x="12" y="188"/>
                    <a:pt x="63" y="240"/>
                    <a:pt x="126" y="240"/>
                  </a:cubicBezTo>
                  <a:cubicBezTo>
                    <a:pt x="188" y="240"/>
                    <a:pt x="240" y="188"/>
                    <a:pt x="240" y="126"/>
                  </a:cubicBezTo>
                  <a:cubicBezTo>
                    <a:pt x="240" y="63"/>
                    <a:pt x="188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59" name="Freeform 62">
              <a:extLst>
                <a:ext uri="{FF2B5EF4-FFF2-40B4-BE49-F238E27FC236}">
                  <a16:creationId xmlns:a16="http://schemas.microsoft.com/office/drawing/2014/main" id="{DD515909-F712-6D4B-BF72-2C4B8885D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" y="2022"/>
              <a:ext cx="124" cy="124"/>
            </a:xfrm>
            <a:custGeom>
              <a:avLst/>
              <a:gdLst>
                <a:gd name="T0" fmla="*/ 78 w 84"/>
                <a:gd name="T1" fmla="*/ 84 h 84"/>
                <a:gd name="T2" fmla="*/ 73 w 84"/>
                <a:gd name="T3" fmla="*/ 82 h 84"/>
                <a:gd name="T4" fmla="*/ 2 w 84"/>
                <a:gd name="T5" fmla="*/ 11 h 84"/>
                <a:gd name="T6" fmla="*/ 2 w 84"/>
                <a:gd name="T7" fmla="*/ 2 h 84"/>
                <a:gd name="T8" fmla="*/ 11 w 84"/>
                <a:gd name="T9" fmla="*/ 2 h 84"/>
                <a:gd name="T10" fmla="*/ 82 w 84"/>
                <a:gd name="T11" fmla="*/ 73 h 84"/>
                <a:gd name="T12" fmla="*/ 82 w 84"/>
                <a:gd name="T13" fmla="*/ 82 h 84"/>
                <a:gd name="T14" fmla="*/ 78 w 8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76" y="84"/>
                    <a:pt x="75" y="83"/>
                    <a:pt x="73" y="8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82" y="73"/>
                    <a:pt x="82" y="73"/>
                    <a:pt x="82" y="73"/>
                  </a:cubicBezTo>
                  <a:cubicBezTo>
                    <a:pt x="84" y="76"/>
                    <a:pt x="84" y="80"/>
                    <a:pt x="82" y="82"/>
                  </a:cubicBezTo>
                  <a:cubicBezTo>
                    <a:pt x="81" y="83"/>
                    <a:pt x="79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0" name="Freeform 63">
              <a:extLst>
                <a:ext uri="{FF2B5EF4-FFF2-40B4-BE49-F238E27FC236}">
                  <a16:creationId xmlns:a16="http://schemas.microsoft.com/office/drawing/2014/main" id="{CC9BE79E-AA71-604B-8FB7-CFEA0AC84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" y="1783"/>
              <a:ext cx="244" cy="248"/>
            </a:xfrm>
            <a:custGeom>
              <a:avLst/>
              <a:gdLst>
                <a:gd name="T0" fmla="*/ 66 w 165"/>
                <a:gd name="T1" fmla="*/ 168 h 168"/>
                <a:gd name="T2" fmla="*/ 60 w 165"/>
                <a:gd name="T3" fmla="*/ 146 h 168"/>
                <a:gd name="T4" fmla="*/ 27 w 165"/>
                <a:gd name="T5" fmla="*/ 143 h 168"/>
                <a:gd name="T6" fmla="*/ 1 w 165"/>
                <a:gd name="T7" fmla="*/ 110 h 168"/>
                <a:gd name="T8" fmla="*/ 3 w 165"/>
                <a:gd name="T9" fmla="*/ 102 h 168"/>
                <a:gd name="T10" fmla="*/ 17 w 165"/>
                <a:gd name="T11" fmla="*/ 74 h 168"/>
                <a:gd name="T12" fmla="*/ 0 w 165"/>
                <a:gd name="T13" fmla="*/ 62 h 168"/>
                <a:gd name="T14" fmla="*/ 19 w 165"/>
                <a:gd name="T15" fmla="*/ 26 h 168"/>
                <a:gd name="T16" fmla="*/ 42 w 165"/>
                <a:gd name="T17" fmla="*/ 32 h 168"/>
                <a:gd name="T18" fmla="*/ 60 w 165"/>
                <a:gd name="T19" fmla="*/ 6 h 168"/>
                <a:gd name="T20" fmla="*/ 102 w 165"/>
                <a:gd name="T21" fmla="*/ 0 h 168"/>
                <a:gd name="T22" fmla="*/ 108 w 165"/>
                <a:gd name="T23" fmla="*/ 23 h 168"/>
                <a:gd name="T24" fmla="*/ 138 w 165"/>
                <a:gd name="T25" fmla="*/ 24 h 168"/>
                <a:gd name="T26" fmla="*/ 146 w 165"/>
                <a:gd name="T27" fmla="*/ 26 h 168"/>
                <a:gd name="T28" fmla="*/ 165 w 165"/>
                <a:gd name="T29" fmla="*/ 62 h 168"/>
                <a:gd name="T30" fmla="*/ 148 w 165"/>
                <a:gd name="T31" fmla="*/ 74 h 168"/>
                <a:gd name="T32" fmla="*/ 162 w 165"/>
                <a:gd name="T33" fmla="*/ 102 h 168"/>
                <a:gd name="T34" fmla="*/ 164 w 165"/>
                <a:gd name="T35" fmla="*/ 110 h 168"/>
                <a:gd name="T36" fmla="*/ 143 w 165"/>
                <a:gd name="T37" fmla="*/ 144 h 168"/>
                <a:gd name="T38" fmla="*/ 124 w 165"/>
                <a:gd name="T39" fmla="*/ 135 h 168"/>
                <a:gd name="T40" fmla="*/ 108 w 165"/>
                <a:gd name="T41" fmla="*/ 162 h 168"/>
                <a:gd name="T42" fmla="*/ 72 w 165"/>
                <a:gd name="T43" fmla="*/ 156 h 168"/>
                <a:gd name="T44" fmla="*/ 96 w 165"/>
                <a:gd name="T45" fmla="*/ 141 h 168"/>
                <a:gd name="T46" fmla="*/ 120 w 165"/>
                <a:gd name="T47" fmla="*/ 123 h 168"/>
                <a:gd name="T48" fmla="*/ 139 w 165"/>
                <a:gd name="T49" fmla="*/ 130 h 168"/>
                <a:gd name="T50" fmla="*/ 138 w 165"/>
                <a:gd name="T51" fmla="*/ 102 h 168"/>
                <a:gd name="T52" fmla="*/ 135 w 165"/>
                <a:gd name="T53" fmla="*/ 72 h 168"/>
                <a:gd name="T54" fmla="*/ 151 w 165"/>
                <a:gd name="T55" fmla="*/ 58 h 168"/>
                <a:gd name="T56" fmla="*/ 127 w 165"/>
                <a:gd name="T57" fmla="*/ 45 h 168"/>
                <a:gd name="T58" fmla="*/ 100 w 165"/>
                <a:gd name="T59" fmla="*/ 32 h 168"/>
                <a:gd name="T60" fmla="*/ 96 w 165"/>
                <a:gd name="T61" fmla="*/ 12 h 168"/>
                <a:gd name="T62" fmla="*/ 72 w 165"/>
                <a:gd name="T63" fmla="*/ 26 h 168"/>
                <a:gd name="T64" fmla="*/ 47 w 165"/>
                <a:gd name="T65" fmla="*/ 44 h 168"/>
                <a:gd name="T66" fmla="*/ 27 w 165"/>
                <a:gd name="T67" fmla="*/ 37 h 168"/>
                <a:gd name="T68" fmla="*/ 27 w 165"/>
                <a:gd name="T69" fmla="*/ 65 h 168"/>
                <a:gd name="T70" fmla="*/ 30 w 165"/>
                <a:gd name="T71" fmla="*/ 95 h 168"/>
                <a:gd name="T72" fmla="*/ 14 w 165"/>
                <a:gd name="T73" fmla="*/ 109 h 168"/>
                <a:gd name="T74" fmla="*/ 40 w 165"/>
                <a:gd name="T75" fmla="*/ 123 h 168"/>
                <a:gd name="T76" fmla="*/ 67 w 165"/>
                <a:gd name="T77" fmla="*/ 135 h 168"/>
                <a:gd name="T78" fmla="*/ 72 w 165"/>
                <a:gd name="T7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65" h="168">
                  <a:moveTo>
                    <a:pt x="102" y="168"/>
                  </a:moveTo>
                  <a:cubicBezTo>
                    <a:pt x="66" y="168"/>
                    <a:pt x="66" y="168"/>
                    <a:pt x="66" y="168"/>
                  </a:cubicBezTo>
                  <a:cubicBezTo>
                    <a:pt x="63" y="168"/>
                    <a:pt x="60" y="165"/>
                    <a:pt x="60" y="162"/>
                  </a:cubicBezTo>
                  <a:cubicBezTo>
                    <a:pt x="60" y="146"/>
                    <a:pt x="60" y="146"/>
                    <a:pt x="60" y="146"/>
                  </a:cubicBezTo>
                  <a:cubicBezTo>
                    <a:pt x="52" y="143"/>
                    <a:pt x="47" y="139"/>
                    <a:pt x="42" y="135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4" y="145"/>
                    <a:pt x="21" y="144"/>
                    <a:pt x="19" y="141"/>
                  </a:cubicBezTo>
                  <a:cubicBezTo>
                    <a:pt x="1" y="110"/>
                    <a:pt x="1" y="110"/>
                    <a:pt x="1" y="110"/>
                  </a:cubicBezTo>
                  <a:cubicBezTo>
                    <a:pt x="0" y="109"/>
                    <a:pt x="0" y="107"/>
                    <a:pt x="0" y="106"/>
                  </a:cubicBezTo>
                  <a:cubicBezTo>
                    <a:pt x="1" y="104"/>
                    <a:pt x="2" y="103"/>
                    <a:pt x="3" y="102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6" y="87"/>
                    <a:pt x="16" y="80"/>
                    <a:pt x="17" y="74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2" y="65"/>
                    <a:pt x="1" y="63"/>
                    <a:pt x="0" y="62"/>
                  </a:cubicBezTo>
                  <a:cubicBezTo>
                    <a:pt x="0" y="60"/>
                    <a:pt x="0" y="59"/>
                    <a:pt x="1" y="5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3"/>
                    <a:pt x="25" y="22"/>
                    <a:pt x="27" y="24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7" y="28"/>
                    <a:pt x="52" y="24"/>
                    <a:pt x="60" y="22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2"/>
                    <a:pt x="63" y="0"/>
                    <a:pt x="6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5" y="0"/>
                    <a:pt x="108" y="2"/>
                    <a:pt x="108" y="6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15" y="26"/>
                    <a:pt x="120" y="29"/>
                    <a:pt x="124" y="32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9" y="23"/>
                    <a:pt x="141" y="23"/>
                    <a:pt x="143" y="23"/>
                  </a:cubicBezTo>
                  <a:cubicBezTo>
                    <a:pt x="144" y="24"/>
                    <a:pt x="146" y="25"/>
                    <a:pt x="146" y="26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5" y="59"/>
                    <a:pt x="165" y="60"/>
                    <a:pt x="165" y="62"/>
                  </a:cubicBezTo>
                  <a:cubicBezTo>
                    <a:pt x="165" y="63"/>
                    <a:pt x="164" y="65"/>
                    <a:pt x="162" y="65"/>
                  </a:cubicBezTo>
                  <a:cubicBezTo>
                    <a:pt x="148" y="74"/>
                    <a:pt x="148" y="74"/>
                    <a:pt x="148" y="74"/>
                  </a:cubicBezTo>
                  <a:cubicBezTo>
                    <a:pt x="149" y="80"/>
                    <a:pt x="149" y="87"/>
                    <a:pt x="148" y="94"/>
                  </a:cubicBezTo>
                  <a:cubicBezTo>
                    <a:pt x="162" y="102"/>
                    <a:pt x="162" y="102"/>
                    <a:pt x="162" y="102"/>
                  </a:cubicBezTo>
                  <a:cubicBezTo>
                    <a:pt x="164" y="103"/>
                    <a:pt x="165" y="104"/>
                    <a:pt x="165" y="106"/>
                  </a:cubicBezTo>
                  <a:cubicBezTo>
                    <a:pt x="165" y="107"/>
                    <a:pt x="165" y="109"/>
                    <a:pt x="164" y="11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3"/>
                    <a:pt x="144" y="144"/>
                    <a:pt x="143" y="144"/>
                  </a:cubicBezTo>
                  <a:cubicBezTo>
                    <a:pt x="141" y="144"/>
                    <a:pt x="139" y="144"/>
                    <a:pt x="138" y="143"/>
                  </a:cubicBezTo>
                  <a:cubicBezTo>
                    <a:pt x="124" y="135"/>
                    <a:pt x="124" y="135"/>
                    <a:pt x="124" y="135"/>
                  </a:cubicBezTo>
                  <a:cubicBezTo>
                    <a:pt x="120" y="138"/>
                    <a:pt x="115" y="142"/>
                    <a:pt x="108" y="145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8" y="165"/>
                    <a:pt x="105" y="168"/>
                    <a:pt x="102" y="168"/>
                  </a:cubicBezTo>
                  <a:close/>
                  <a:moveTo>
                    <a:pt x="72" y="156"/>
                  </a:moveTo>
                  <a:cubicBezTo>
                    <a:pt x="96" y="156"/>
                    <a:pt x="96" y="156"/>
                    <a:pt x="96" y="156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39"/>
                    <a:pt x="97" y="136"/>
                    <a:pt x="100" y="135"/>
                  </a:cubicBezTo>
                  <a:cubicBezTo>
                    <a:pt x="109" y="131"/>
                    <a:pt x="115" y="127"/>
                    <a:pt x="120" y="123"/>
                  </a:cubicBezTo>
                  <a:cubicBezTo>
                    <a:pt x="122" y="122"/>
                    <a:pt x="125" y="121"/>
                    <a:pt x="127" y="123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38" y="102"/>
                    <a:pt x="138" y="102"/>
                    <a:pt x="138" y="102"/>
                  </a:cubicBezTo>
                  <a:cubicBezTo>
                    <a:pt x="136" y="101"/>
                    <a:pt x="135" y="98"/>
                    <a:pt x="135" y="95"/>
                  </a:cubicBezTo>
                  <a:cubicBezTo>
                    <a:pt x="137" y="87"/>
                    <a:pt x="137" y="80"/>
                    <a:pt x="135" y="72"/>
                  </a:cubicBezTo>
                  <a:cubicBezTo>
                    <a:pt x="135" y="69"/>
                    <a:pt x="136" y="67"/>
                    <a:pt x="138" y="65"/>
                  </a:cubicBezTo>
                  <a:cubicBezTo>
                    <a:pt x="151" y="58"/>
                    <a:pt x="151" y="58"/>
                    <a:pt x="151" y="58"/>
                  </a:cubicBezTo>
                  <a:cubicBezTo>
                    <a:pt x="139" y="37"/>
                    <a:pt x="139" y="37"/>
                    <a:pt x="139" y="3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5" y="46"/>
                    <a:pt x="122" y="46"/>
                    <a:pt x="120" y="44"/>
                  </a:cubicBezTo>
                  <a:cubicBezTo>
                    <a:pt x="116" y="40"/>
                    <a:pt x="109" y="36"/>
                    <a:pt x="100" y="32"/>
                  </a:cubicBezTo>
                  <a:cubicBezTo>
                    <a:pt x="97" y="31"/>
                    <a:pt x="96" y="29"/>
                    <a:pt x="96" y="26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2" y="29"/>
                    <a:pt x="70" y="32"/>
                    <a:pt x="67" y="32"/>
                  </a:cubicBezTo>
                  <a:cubicBezTo>
                    <a:pt x="57" y="35"/>
                    <a:pt x="53" y="38"/>
                    <a:pt x="47" y="44"/>
                  </a:cubicBezTo>
                  <a:cubicBezTo>
                    <a:pt x="45" y="45"/>
                    <a:pt x="42" y="46"/>
                    <a:pt x="40" y="45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9" y="67"/>
                    <a:pt x="31" y="69"/>
                    <a:pt x="30" y="72"/>
                  </a:cubicBezTo>
                  <a:cubicBezTo>
                    <a:pt x="28" y="80"/>
                    <a:pt x="28" y="88"/>
                    <a:pt x="30" y="95"/>
                  </a:cubicBezTo>
                  <a:cubicBezTo>
                    <a:pt x="31" y="98"/>
                    <a:pt x="29" y="101"/>
                    <a:pt x="27" y="102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26" y="130"/>
                    <a:pt x="26" y="130"/>
                    <a:pt x="26" y="130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2" y="121"/>
                    <a:pt x="45" y="122"/>
                    <a:pt x="47" y="123"/>
                  </a:cubicBezTo>
                  <a:cubicBezTo>
                    <a:pt x="53" y="129"/>
                    <a:pt x="57" y="133"/>
                    <a:pt x="67" y="135"/>
                  </a:cubicBezTo>
                  <a:cubicBezTo>
                    <a:pt x="70" y="136"/>
                    <a:pt x="72" y="138"/>
                    <a:pt x="72" y="141"/>
                  </a:cubicBezTo>
                  <a:lnTo>
                    <a:pt x="72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61" name="Freeform 64">
              <a:extLst>
                <a:ext uri="{FF2B5EF4-FFF2-40B4-BE49-F238E27FC236}">
                  <a16:creationId xmlns:a16="http://schemas.microsoft.com/office/drawing/2014/main" id="{7949AA08-1950-4A44-91C1-8E34BD10E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" y="1863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</p:grpSp>
      <p:grpSp>
        <p:nvGrpSpPr>
          <p:cNvPr id="362" name="Group 83">
            <a:extLst>
              <a:ext uri="{FF2B5EF4-FFF2-40B4-BE49-F238E27FC236}">
                <a16:creationId xmlns:a16="http://schemas.microsoft.com/office/drawing/2014/main" id="{EFF1C6C9-655D-274A-BF87-2269FFB3606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959261" y="4300132"/>
            <a:ext cx="479568" cy="490720"/>
            <a:chOff x="1580" y="1910"/>
            <a:chExt cx="387" cy="396"/>
          </a:xfrm>
          <a:solidFill>
            <a:schemeClr val="accent4"/>
          </a:solidFill>
        </p:grpSpPr>
        <p:sp>
          <p:nvSpPr>
            <p:cNvPr id="363" name="Freeform 84">
              <a:extLst>
                <a:ext uri="{FF2B5EF4-FFF2-40B4-BE49-F238E27FC236}">
                  <a16:creationId xmlns:a16="http://schemas.microsoft.com/office/drawing/2014/main" id="{A5BD3BA6-1E5D-A147-A5E7-38A35AFB2F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5" y="1982"/>
              <a:ext cx="238" cy="252"/>
            </a:xfrm>
            <a:custGeom>
              <a:avLst/>
              <a:gdLst>
                <a:gd name="T0" fmla="*/ 0 w 156"/>
                <a:gd name="T1" fmla="*/ 78 h 169"/>
                <a:gd name="T2" fmla="*/ 54 w 156"/>
                <a:gd name="T3" fmla="*/ 163 h 169"/>
                <a:gd name="T4" fmla="*/ 96 w 156"/>
                <a:gd name="T5" fmla="*/ 169 h 169"/>
                <a:gd name="T6" fmla="*/ 102 w 156"/>
                <a:gd name="T7" fmla="*/ 153 h 169"/>
                <a:gd name="T8" fmla="*/ 78 w 156"/>
                <a:gd name="T9" fmla="*/ 0 h 169"/>
                <a:gd name="T10" fmla="*/ 90 w 156"/>
                <a:gd name="T11" fmla="*/ 148 h 169"/>
                <a:gd name="T12" fmla="*/ 66 w 156"/>
                <a:gd name="T13" fmla="*/ 157 h 169"/>
                <a:gd name="T14" fmla="*/ 61 w 156"/>
                <a:gd name="T15" fmla="*/ 142 h 169"/>
                <a:gd name="T16" fmla="*/ 63 w 156"/>
                <a:gd name="T17" fmla="*/ 133 h 169"/>
                <a:gd name="T18" fmla="*/ 67 w 156"/>
                <a:gd name="T19" fmla="*/ 110 h 169"/>
                <a:gd name="T20" fmla="*/ 58 w 156"/>
                <a:gd name="T21" fmla="*/ 89 h 169"/>
                <a:gd name="T22" fmla="*/ 53 w 156"/>
                <a:gd name="T23" fmla="*/ 78 h 169"/>
                <a:gd name="T24" fmla="*/ 56 w 156"/>
                <a:gd name="T25" fmla="*/ 67 h 169"/>
                <a:gd name="T26" fmla="*/ 55 w 156"/>
                <a:gd name="T27" fmla="*/ 57 h 169"/>
                <a:gd name="T28" fmla="*/ 82 w 156"/>
                <a:gd name="T29" fmla="*/ 44 h 169"/>
                <a:gd name="T30" fmla="*/ 99 w 156"/>
                <a:gd name="T31" fmla="*/ 67 h 169"/>
                <a:gd name="T32" fmla="*/ 102 w 156"/>
                <a:gd name="T33" fmla="*/ 78 h 169"/>
                <a:gd name="T34" fmla="*/ 102 w 156"/>
                <a:gd name="T35" fmla="*/ 83 h 169"/>
                <a:gd name="T36" fmla="*/ 92 w 156"/>
                <a:gd name="T37" fmla="*/ 105 h 169"/>
                <a:gd name="T38" fmla="*/ 89 w 156"/>
                <a:gd name="T39" fmla="*/ 127 h 169"/>
                <a:gd name="T40" fmla="*/ 105 w 156"/>
                <a:gd name="T41" fmla="*/ 138 h 169"/>
                <a:gd name="T42" fmla="*/ 118 w 156"/>
                <a:gd name="T43" fmla="*/ 131 h 169"/>
                <a:gd name="T44" fmla="*/ 100 w 156"/>
                <a:gd name="T45" fmla="*/ 114 h 169"/>
                <a:gd name="T46" fmla="*/ 114 w 156"/>
                <a:gd name="T47" fmla="*/ 80 h 169"/>
                <a:gd name="T48" fmla="*/ 111 w 156"/>
                <a:gd name="T49" fmla="*/ 69 h 169"/>
                <a:gd name="T50" fmla="*/ 82 w 156"/>
                <a:gd name="T51" fmla="*/ 33 h 169"/>
                <a:gd name="T52" fmla="*/ 44 w 156"/>
                <a:gd name="T53" fmla="*/ 49 h 169"/>
                <a:gd name="T54" fmla="*/ 43 w 156"/>
                <a:gd name="T55" fmla="*/ 71 h 169"/>
                <a:gd name="T56" fmla="*/ 46 w 156"/>
                <a:gd name="T57" fmla="*/ 93 h 169"/>
                <a:gd name="T58" fmla="*/ 55 w 156"/>
                <a:gd name="T59" fmla="*/ 123 h 169"/>
                <a:gd name="T60" fmla="*/ 12 w 156"/>
                <a:gd name="T61" fmla="*/ 78 h 169"/>
                <a:gd name="T62" fmla="*/ 144 w 156"/>
                <a:gd name="T63" fmla="*/ 7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" h="169">
                  <a:moveTo>
                    <a:pt x="78" y="0"/>
                  </a:moveTo>
                  <a:cubicBezTo>
                    <a:pt x="35" y="0"/>
                    <a:pt x="0" y="35"/>
                    <a:pt x="0" y="78"/>
                  </a:cubicBezTo>
                  <a:cubicBezTo>
                    <a:pt x="0" y="112"/>
                    <a:pt x="22" y="142"/>
                    <a:pt x="54" y="153"/>
                  </a:cubicBezTo>
                  <a:cubicBezTo>
                    <a:pt x="54" y="163"/>
                    <a:pt x="54" y="163"/>
                    <a:pt x="54" y="163"/>
                  </a:cubicBezTo>
                  <a:cubicBezTo>
                    <a:pt x="54" y="166"/>
                    <a:pt x="56" y="169"/>
                    <a:pt x="60" y="16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9" y="169"/>
                    <a:pt x="102" y="166"/>
                    <a:pt x="102" y="163"/>
                  </a:cubicBezTo>
                  <a:cubicBezTo>
                    <a:pt x="102" y="153"/>
                    <a:pt x="102" y="153"/>
                    <a:pt x="102" y="153"/>
                  </a:cubicBezTo>
                  <a:cubicBezTo>
                    <a:pt x="134" y="142"/>
                    <a:pt x="156" y="112"/>
                    <a:pt x="156" y="78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94" y="142"/>
                  </a:moveTo>
                  <a:cubicBezTo>
                    <a:pt x="92" y="143"/>
                    <a:pt x="90" y="145"/>
                    <a:pt x="90" y="148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66" y="145"/>
                    <a:pt x="64" y="143"/>
                    <a:pt x="61" y="142"/>
                  </a:cubicBezTo>
                  <a:cubicBezTo>
                    <a:pt x="57" y="141"/>
                    <a:pt x="54" y="140"/>
                    <a:pt x="50" y="138"/>
                  </a:cubicBezTo>
                  <a:cubicBezTo>
                    <a:pt x="54" y="136"/>
                    <a:pt x="59" y="135"/>
                    <a:pt x="63" y="133"/>
                  </a:cubicBezTo>
                  <a:cubicBezTo>
                    <a:pt x="65" y="132"/>
                    <a:pt x="67" y="130"/>
                    <a:pt x="67" y="127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08"/>
                    <a:pt x="65" y="106"/>
                    <a:pt x="63" y="105"/>
                  </a:cubicBezTo>
                  <a:cubicBezTo>
                    <a:pt x="63" y="105"/>
                    <a:pt x="58" y="102"/>
                    <a:pt x="58" y="89"/>
                  </a:cubicBezTo>
                  <a:cubicBezTo>
                    <a:pt x="58" y="86"/>
                    <a:pt x="56" y="84"/>
                    <a:pt x="54" y="84"/>
                  </a:cubicBezTo>
                  <a:cubicBezTo>
                    <a:pt x="53" y="83"/>
                    <a:pt x="52" y="80"/>
                    <a:pt x="53" y="78"/>
                  </a:cubicBezTo>
                  <a:cubicBezTo>
                    <a:pt x="56" y="78"/>
                    <a:pt x="58" y="75"/>
                    <a:pt x="58" y="72"/>
                  </a:cubicBezTo>
                  <a:cubicBezTo>
                    <a:pt x="58" y="71"/>
                    <a:pt x="58" y="69"/>
                    <a:pt x="56" y="67"/>
                  </a:cubicBezTo>
                  <a:cubicBezTo>
                    <a:pt x="54" y="60"/>
                    <a:pt x="53" y="58"/>
                    <a:pt x="53" y="57"/>
                  </a:cubicBezTo>
                  <a:cubicBezTo>
                    <a:pt x="54" y="57"/>
                    <a:pt x="54" y="57"/>
                    <a:pt x="55" y="57"/>
                  </a:cubicBezTo>
                  <a:cubicBezTo>
                    <a:pt x="58" y="58"/>
                    <a:pt x="61" y="56"/>
                    <a:pt x="62" y="53"/>
                  </a:cubicBezTo>
                  <a:cubicBezTo>
                    <a:pt x="63" y="48"/>
                    <a:pt x="72" y="44"/>
                    <a:pt x="82" y="44"/>
                  </a:cubicBezTo>
                  <a:cubicBezTo>
                    <a:pt x="92" y="44"/>
                    <a:pt x="100" y="48"/>
                    <a:pt x="102" y="53"/>
                  </a:cubicBezTo>
                  <a:cubicBezTo>
                    <a:pt x="103" y="58"/>
                    <a:pt x="100" y="64"/>
                    <a:pt x="99" y="67"/>
                  </a:cubicBezTo>
                  <a:cubicBezTo>
                    <a:pt x="98" y="69"/>
                    <a:pt x="97" y="71"/>
                    <a:pt x="97" y="72"/>
                  </a:cubicBezTo>
                  <a:cubicBezTo>
                    <a:pt x="97" y="75"/>
                    <a:pt x="100" y="78"/>
                    <a:pt x="102" y="78"/>
                  </a:cubicBezTo>
                  <a:cubicBezTo>
                    <a:pt x="103" y="78"/>
                    <a:pt x="103" y="79"/>
                    <a:pt x="103" y="79"/>
                  </a:cubicBezTo>
                  <a:cubicBezTo>
                    <a:pt x="103" y="81"/>
                    <a:pt x="102" y="82"/>
                    <a:pt x="102" y="83"/>
                  </a:cubicBezTo>
                  <a:cubicBezTo>
                    <a:pt x="99" y="84"/>
                    <a:pt x="97" y="86"/>
                    <a:pt x="97" y="89"/>
                  </a:cubicBezTo>
                  <a:cubicBezTo>
                    <a:pt x="97" y="101"/>
                    <a:pt x="93" y="104"/>
                    <a:pt x="92" y="105"/>
                  </a:cubicBezTo>
                  <a:cubicBezTo>
                    <a:pt x="90" y="106"/>
                    <a:pt x="89" y="108"/>
                    <a:pt x="89" y="110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89" y="130"/>
                    <a:pt x="90" y="132"/>
                    <a:pt x="92" y="133"/>
                  </a:cubicBezTo>
                  <a:cubicBezTo>
                    <a:pt x="97" y="135"/>
                    <a:pt x="101" y="136"/>
                    <a:pt x="105" y="138"/>
                  </a:cubicBezTo>
                  <a:cubicBezTo>
                    <a:pt x="102" y="140"/>
                    <a:pt x="98" y="141"/>
                    <a:pt x="94" y="142"/>
                  </a:cubicBezTo>
                  <a:close/>
                  <a:moveTo>
                    <a:pt x="118" y="131"/>
                  </a:moveTo>
                  <a:cubicBezTo>
                    <a:pt x="112" y="128"/>
                    <a:pt x="106" y="126"/>
                    <a:pt x="100" y="123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04" y="111"/>
                    <a:pt x="108" y="105"/>
                    <a:pt x="109" y="93"/>
                  </a:cubicBezTo>
                  <a:cubicBezTo>
                    <a:pt x="112" y="90"/>
                    <a:pt x="114" y="85"/>
                    <a:pt x="114" y="80"/>
                  </a:cubicBezTo>
                  <a:cubicBezTo>
                    <a:pt x="114" y="76"/>
                    <a:pt x="114" y="74"/>
                    <a:pt x="112" y="71"/>
                  </a:cubicBezTo>
                  <a:cubicBezTo>
                    <a:pt x="112" y="71"/>
                    <a:pt x="111" y="70"/>
                    <a:pt x="111" y="69"/>
                  </a:cubicBezTo>
                  <a:cubicBezTo>
                    <a:pt x="113" y="65"/>
                    <a:pt x="115" y="57"/>
                    <a:pt x="113" y="50"/>
                  </a:cubicBezTo>
                  <a:cubicBezTo>
                    <a:pt x="110" y="37"/>
                    <a:pt x="94" y="33"/>
                    <a:pt x="82" y="33"/>
                  </a:cubicBezTo>
                  <a:cubicBezTo>
                    <a:pt x="71" y="33"/>
                    <a:pt x="58" y="36"/>
                    <a:pt x="53" y="45"/>
                  </a:cubicBezTo>
                  <a:cubicBezTo>
                    <a:pt x="49" y="45"/>
                    <a:pt x="46" y="46"/>
                    <a:pt x="44" y="49"/>
                  </a:cubicBezTo>
                  <a:cubicBezTo>
                    <a:pt x="39" y="55"/>
                    <a:pt x="42" y="64"/>
                    <a:pt x="45" y="69"/>
                  </a:cubicBezTo>
                  <a:cubicBezTo>
                    <a:pt x="44" y="70"/>
                    <a:pt x="44" y="71"/>
                    <a:pt x="43" y="71"/>
                  </a:cubicBezTo>
                  <a:cubicBezTo>
                    <a:pt x="42" y="74"/>
                    <a:pt x="41" y="77"/>
                    <a:pt x="41" y="80"/>
                  </a:cubicBezTo>
                  <a:cubicBezTo>
                    <a:pt x="41" y="85"/>
                    <a:pt x="43" y="90"/>
                    <a:pt x="46" y="93"/>
                  </a:cubicBezTo>
                  <a:cubicBezTo>
                    <a:pt x="47" y="105"/>
                    <a:pt x="51" y="111"/>
                    <a:pt x="55" y="114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49" y="126"/>
                    <a:pt x="43" y="128"/>
                    <a:pt x="38" y="131"/>
                  </a:cubicBezTo>
                  <a:cubicBezTo>
                    <a:pt x="22" y="119"/>
                    <a:pt x="12" y="100"/>
                    <a:pt x="12" y="78"/>
                  </a:cubicBezTo>
                  <a:cubicBezTo>
                    <a:pt x="12" y="42"/>
                    <a:pt x="41" y="12"/>
                    <a:pt x="78" y="12"/>
                  </a:cubicBezTo>
                  <a:cubicBezTo>
                    <a:pt x="114" y="12"/>
                    <a:pt x="144" y="42"/>
                    <a:pt x="144" y="78"/>
                  </a:cubicBezTo>
                  <a:cubicBezTo>
                    <a:pt x="144" y="100"/>
                    <a:pt x="134" y="119"/>
                    <a:pt x="118" y="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4" name="Freeform 85">
              <a:extLst>
                <a:ext uri="{FF2B5EF4-FFF2-40B4-BE49-F238E27FC236}">
                  <a16:creationId xmlns:a16="http://schemas.microsoft.com/office/drawing/2014/main" id="{16B4A2A5-EFF3-D844-8BFB-D9FC0A67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2288"/>
              <a:ext cx="36" cy="18"/>
            </a:xfrm>
            <a:custGeom>
              <a:avLst/>
              <a:gdLst>
                <a:gd name="T0" fmla="*/ 18 w 24"/>
                <a:gd name="T1" fmla="*/ 0 h 12"/>
                <a:gd name="T2" fmla="*/ 6 w 24"/>
                <a:gd name="T3" fmla="*/ 0 h 12"/>
                <a:gd name="T4" fmla="*/ 0 w 24"/>
                <a:gd name="T5" fmla="*/ 6 h 12"/>
                <a:gd name="T6" fmla="*/ 6 w 24"/>
                <a:gd name="T7" fmla="*/ 12 h 12"/>
                <a:gd name="T8" fmla="*/ 18 w 24"/>
                <a:gd name="T9" fmla="*/ 12 h 12"/>
                <a:gd name="T10" fmla="*/ 24 w 24"/>
                <a:gd name="T11" fmla="*/ 6 h 12"/>
                <a:gd name="T12" fmla="*/ 18 w 24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1" y="12"/>
                    <a:pt x="24" y="9"/>
                    <a:pt x="24" y="6"/>
                  </a:cubicBezTo>
                  <a:cubicBezTo>
                    <a:pt x="24" y="2"/>
                    <a:pt x="21" y="0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5" name="Freeform 86">
              <a:extLst>
                <a:ext uri="{FF2B5EF4-FFF2-40B4-BE49-F238E27FC236}">
                  <a16:creationId xmlns:a16="http://schemas.microsoft.com/office/drawing/2014/main" id="{01032911-E44E-6A44-B3AE-2C20E895B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2252"/>
              <a:ext cx="74" cy="18"/>
            </a:xfrm>
            <a:custGeom>
              <a:avLst/>
              <a:gdLst>
                <a:gd name="T0" fmla="*/ 42 w 48"/>
                <a:gd name="T1" fmla="*/ 0 h 12"/>
                <a:gd name="T2" fmla="*/ 6 w 48"/>
                <a:gd name="T3" fmla="*/ 0 h 12"/>
                <a:gd name="T4" fmla="*/ 0 w 48"/>
                <a:gd name="T5" fmla="*/ 6 h 12"/>
                <a:gd name="T6" fmla="*/ 6 w 48"/>
                <a:gd name="T7" fmla="*/ 12 h 12"/>
                <a:gd name="T8" fmla="*/ 42 w 48"/>
                <a:gd name="T9" fmla="*/ 12 h 12"/>
                <a:gd name="T10" fmla="*/ 48 w 48"/>
                <a:gd name="T11" fmla="*/ 6 h 12"/>
                <a:gd name="T12" fmla="*/ 42 w 48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9"/>
                    <a:pt x="2" y="12"/>
                    <a:pt x="6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5" y="12"/>
                    <a:pt x="48" y="9"/>
                    <a:pt x="48" y="6"/>
                  </a:cubicBezTo>
                  <a:cubicBezTo>
                    <a:pt x="48" y="2"/>
                    <a:pt x="45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6" name="Freeform 87">
              <a:extLst>
                <a:ext uri="{FF2B5EF4-FFF2-40B4-BE49-F238E27FC236}">
                  <a16:creationId xmlns:a16="http://schemas.microsoft.com/office/drawing/2014/main" id="{329745C6-8CE0-9B43-A51F-DC7EC13E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10"/>
              <a:ext cx="18" cy="54"/>
            </a:xfrm>
            <a:custGeom>
              <a:avLst/>
              <a:gdLst>
                <a:gd name="T0" fmla="*/ 6 w 12"/>
                <a:gd name="T1" fmla="*/ 36 h 36"/>
                <a:gd name="T2" fmla="*/ 12 w 12"/>
                <a:gd name="T3" fmla="*/ 30 h 36"/>
                <a:gd name="T4" fmla="*/ 12 w 12"/>
                <a:gd name="T5" fmla="*/ 6 h 36"/>
                <a:gd name="T6" fmla="*/ 6 w 12"/>
                <a:gd name="T7" fmla="*/ 0 h 36"/>
                <a:gd name="T8" fmla="*/ 0 w 12"/>
                <a:gd name="T9" fmla="*/ 6 h 36"/>
                <a:gd name="T10" fmla="*/ 0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9" y="36"/>
                    <a:pt x="12" y="34"/>
                    <a:pt x="12" y="3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4"/>
                    <a:pt x="2" y="36"/>
                    <a:pt x="6" y="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7" name="Freeform 88">
              <a:extLst>
                <a:ext uri="{FF2B5EF4-FFF2-40B4-BE49-F238E27FC236}">
                  <a16:creationId xmlns:a16="http://schemas.microsoft.com/office/drawing/2014/main" id="{8FA27E58-1649-0041-A7D0-1488B173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0"/>
                    <a:pt x="2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3" y="12"/>
                    <a:pt x="36" y="10"/>
                    <a:pt x="36" y="6"/>
                  </a:cubicBezTo>
                  <a:cubicBezTo>
                    <a:pt x="36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8" name="Freeform 89">
              <a:extLst>
                <a:ext uri="{FF2B5EF4-FFF2-40B4-BE49-F238E27FC236}">
                  <a16:creationId xmlns:a16="http://schemas.microsoft.com/office/drawing/2014/main" id="{09F7C906-F808-E349-BEC7-3B3085AFF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089"/>
              <a:ext cx="55" cy="18"/>
            </a:xfrm>
            <a:custGeom>
              <a:avLst/>
              <a:gdLst>
                <a:gd name="T0" fmla="*/ 30 w 36"/>
                <a:gd name="T1" fmla="*/ 0 h 12"/>
                <a:gd name="T2" fmla="*/ 6 w 36"/>
                <a:gd name="T3" fmla="*/ 0 h 12"/>
                <a:gd name="T4" fmla="*/ 0 w 36"/>
                <a:gd name="T5" fmla="*/ 6 h 12"/>
                <a:gd name="T6" fmla="*/ 6 w 36"/>
                <a:gd name="T7" fmla="*/ 12 h 12"/>
                <a:gd name="T8" fmla="*/ 30 w 36"/>
                <a:gd name="T9" fmla="*/ 12 h 12"/>
                <a:gd name="T10" fmla="*/ 36 w 36"/>
                <a:gd name="T11" fmla="*/ 6 h 12"/>
                <a:gd name="T12" fmla="*/ 30 w 36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4" y="12"/>
                    <a:pt x="36" y="10"/>
                    <a:pt x="36" y="6"/>
                  </a:cubicBezTo>
                  <a:cubicBezTo>
                    <a:pt x="36" y="3"/>
                    <a:pt x="34" y="0"/>
                    <a:pt x="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69" name="Freeform 90">
              <a:extLst>
                <a:ext uri="{FF2B5EF4-FFF2-40B4-BE49-F238E27FC236}">
                  <a16:creationId xmlns:a16="http://schemas.microsoft.com/office/drawing/2014/main" id="{7A702297-D13A-8649-B1E4-169139C5B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949"/>
              <a:ext cx="58" cy="57"/>
            </a:xfrm>
            <a:custGeom>
              <a:avLst/>
              <a:gdLst>
                <a:gd name="T0" fmla="*/ 27 w 38"/>
                <a:gd name="T1" fmla="*/ 37 h 38"/>
                <a:gd name="T2" fmla="*/ 32 w 38"/>
                <a:gd name="T3" fmla="*/ 38 h 38"/>
                <a:gd name="T4" fmla="*/ 36 w 38"/>
                <a:gd name="T5" fmla="*/ 37 h 38"/>
                <a:gd name="T6" fmla="*/ 36 w 38"/>
                <a:gd name="T7" fmla="*/ 28 h 38"/>
                <a:gd name="T8" fmla="*/ 10 w 38"/>
                <a:gd name="T9" fmla="*/ 3 h 38"/>
                <a:gd name="T10" fmla="*/ 2 w 38"/>
                <a:gd name="T11" fmla="*/ 3 h 38"/>
                <a:gd name="T12" fmla="*/ 2 w 38"/>
                <a:gd name="T13" fmla="*/ 11 h 38"/>
                <a:gd name="T14" fmla="*/ 27 w 38"/>
                <a:gd name="T15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38">
                  <a:moveTo>
                    <a:pt x="27" y="37"/>
                  </a:moveTo>
                  <a:cubicBezTo>
                    <a:pt x="29" y="38"/>
                    <a:pt x="30" y="38"/>
                    <a:pt x="32" y="38"/>
                  </a:cubicBezTo>
                  <a:cubicBezTo>
                    <a:pt x="33" y="38"/>
                    <a:pt x="35" y="38"/>
                    <a:pt x="36" y="37"/>
                  </a:cubicBezTo>
                  <a:cubicBezTo>
                    <a:pt x="38" y="34"/>
                    <a:pt x="38" y="31"/>
                    <a:pt x="36" y="28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8" y="0"/>
                    <a:pt x="4" y="0"/>
                    <a:pt x="2" y="3"/>
                  </a:cubicBezTo>
                  <a:cubicBezTo>
                    <a:pt x="0" y="5"/>
                    <a:pt x="0" y="9"/>
                    <a:pt x="2" y="11"/>
                  </a:cubicBezTo>
                  <a:lnTo>
                    <a:pt x="27" y="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370" name="Freeform 91">
              <a:extLst>
                <a:ext uri="{FF2B5EF4-FFF2-40B4-BE49-F238E27FC236}">
                  <a16:creationId xmlns:a16="http://schemas.microsoft.com/office/drawing/2014/main" id="{B529D1D4-ACB6-4044-80CA-AB16AF0C4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1949"/>
              <a:ext cx="60" cy="57"/>
            </a:xfrm>
            <a:custGeom>
              <a:avLst/>
              <a:gdLst>
                <a:gd name="T0" fmla="*/ 7 w 39"/>
                <a:gd name="T1" fmla="*/ 38 h 38"/>
                <a:gd name="T2" fmla="*/ 11 w 39"/>
                <a:gd name="T3" fmla="*/ 37 h 38"/>
                <a:gd name="T4" fmla="*/ 36 w 39"/>
                <a:gd name="T5" fmla="*/ 11 h 38"/>
                <a:gd name="T6" fmla="*/ 36 w 39"/>
                <a:gd name="T7" fmla="*/ 3 h 38"/>
                <a:gd name="T8" fmla="*/ 28 w 39"/>
                <a:gd name="T9" fmla="*/ 3 h 38"/>
                <a:gd name="T10" fmla="*/ 2 w 39"/>
                <a:gd name="T11" fmla="*/ 28 h 38"/>
                <a:gd name="T12" fmla="*/ 2 w 39"/>
                <a:gd name="T13" fmla="*/ 37 h 38"/>
                <a:gd name="T14" fmla="*/ 7 w 39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8">
                  <a:moveTo>
                    <a:pt x="7" y="38"/>
                  </a:moveTo>
                  <a:cubicBezTo>
                    <a:pt x="8" y="38"/>
                    <a:pt x="10" y="38"/>
                    <a:pt x="11" y="37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9" y="9"/>
                    <a:pt x="39" y="5"/>
                    <a:pt x="36" y="3"/>
                  </a:cubicBezTo>
                  <a:cubicBezTo>
                    <a:pt x="34" y="0"/>
                    <a:pt x="30" y="0"/>
                    <a:pt x="28" y="3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31"/>
                    <a:pt x="0" y="34"/>
                    <a:pt x="2" y="37"/>
                  </a:cubicBezTo>
                  <a:cubicBezTo>
                    <a:pt x="4" y="38"/>
                    <a:pt x="5" y="38"/>
                    <a:pt x="7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71" name="Group 56">
            <a:extLst>
              <a:ext uri="{FF2B5EF4-FFF2-40B4-BE49-F238E27FC236}">
                <a16:creationId xmlns:a16="http://schemas.microsoft.com/office/drawing/2014/main" id="{754010E9-6578-4145-B63E-FE551FCF0B3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400111" y="1923077"/>
            <a:ext cx="513762" cy="513760"/>
            <a:chOff x="6721" y="600"/>
            <a:chExt cx="426" cy="426"/>
          </a:xfrm>
          <a:solidFill>
            <a:schemeClr val="accent4"/>
          </a:solidFill>
        </p:grpSpPr>
        <p:sp>
          <p:nvSpPr>
            <p:cNvPr id="372" name="Freeform 57">
              <a:extLst>
                <a:ext uri="{FF2B5EF4-FFF2-40B4-BE49-F238E27FC236}">
                  <a16:creationId xmlns:a16="http://schemas.microsoft.com/office/drawing/2014/main" id="{E54CC8A3-2BE8-4348-8408-7A6C774ED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1" y="600"/>
              <a:ext cx="426" cy="426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282 w 288"/>
                <a:gd name="T9" fmla="*/ 150 h 288"/>
                <a:gd name="T10" fmla="*/ 276 w 288"/>
                <a:gd name="T11" fmla="*/ 144 h 288"/>
                <a:gd name="T12" fmla="*/ 144 w 288"/>
                <a:gd name="T13" fmla="*/ 12 h 288"/>
                <a:gd name="T14" fmla="*/ 12 w 288"/>
                <a:gd name="T15" fmla="*/ 144 h 288"/>
                <a:gd name="T16" fmla="*/ 144 w 288"/>
                <a:gd name="T17" fmla="*/ 276 h 288"/>
                <a:gd name="T18" fmla="*/ 190 w 288"/>
                <a:gd name="T19" fmla="*/ 268 h 288"/>
                <a:gd name="T20" fmla="*/ 198 w 288"/>
                <a:gd name="T21" fmla="*/ 272 h 288"/>
                <a:gd name="T22" fmla="*/ 194 w 288"/>
                <a:gd name="T23" fmla="*/ 280 h 288"/>
                <a:gd name="T24" fmla="*/ 144 w 288"/>
                <a:gd name="T2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148"/>
                    <a:pt x="286" y="150"/>
                    <a:pt x="282" y="150"/>
                  </a:cubicBezTo>
                  <a:cubicBezTo>
                    <a:pt x="279" y="150"/>
                    <a:pt x="276" y="148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160" y="276"/>
                    <a:pt x="175" y="274"/>
                    <a:pt x="190" y="268"/>
                  </a:cubicBezTo>
                  <a:cubicBezTo>
                    <a:pt x="193" y="267"/>
                    <a:pt x="196" y="269"/>
                    <a:pt x="198" y="272"/>
                  </a:cubicBezTo>
                  <a:cubicBezTo>
                    <a:pt x="199" y="275"/>
                    <a:pt x="197" y="278"/>
                    <a:pt x="194" y="280"/>
                  </a:cubicBezTo>
                  <a:cubicBezTo>
                    <a:pt x="178" y="285"/>
                    <a:pt x="161" y="288"/>
                    <a:pt x="144" y="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3" name="Freeform 58">
              <a:extLst>
                <a:ext uri="{FF2B5EF4-FFF2-40B4-BE49-F238E27FC236}">
                  <a16:creationId xmlns:a16="http://schemas.microsoft.com/office/drawing/2014/main" id="{468ADAAF-C6DA-A647-AC52-16E1AB8E8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7" y="813"/>
              <a:ext cx="160" cy="213"/>
            </a:xfrm>
            <a:custGeom>
              <a:avLst/>
              <a:gdLst>
                <a:gd name="T0" fmla="*/ 54 w 108"/>
                <a:gd name="T1" fmla="*/ 144 h 144"/>
                <a:gd name="T2" fmla="*/ 50 w 108"/>
                <a:gd name="T3" fmla="*/ 142 h 144"/>
                <a:gd name="T4" fmla="*/ 0 w 108"/>
                <a:gd name="T5" fmla="*/ 54 h 144"/>
                <a:gd name="T6" fmla="*/ 54 w 108"/>
                <a:gd name="T7" fmla="*/ 0 h 144"/>
                <a:gd name="T8" fmla="*/ 108 w 108"/>
                <a:gd name="T9" fmla="*/ 54 h 144"/>
                <a:gd name="T10" fmla="*/ 59 w 108"/>
                <a:gd name="T11" fmla="*/ 142 h 144"/>
                <a:gd name="T12" fmla="*/ 54 w 108"/>
                <a:gd name="T13" fmla="*/ 144 h 144"/>
                <a:gd name="T14" fmla="*/ 54 w 108"/>
                <a:gd name="T15" fmla="*/ 12 h 144"/>
                <a:gd name="T16" fmla="*/ 12 w 108"/>
                <a:gd name="T17" fmla="*/ 54 h 144"/>
                <a:gd name="T18" fmla="*/ 54 w 108"/>
                <a:gd name="T19" fmla="*/ 129 h 144"/>
                <a:gd name="T20" fmla="*/ 96 w 108"/>
                <a:gd name="T21" fmla="*/ 54 h 144"/>
                <a:gd name="T22" fmla="*/ 54 w 108"/>
                <a:gd name="T23" fmla="*/ 1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44">
                  <a:moveTo>
                    <a:pt x="54" y="144"/>
                  </a:moveTo>
                  <a:cubicBezTo>
                    <a:pt x="53" y="144"/>
                    <a:pt x="51" y="143"/>
                    <a:pt x="50" y="142"/>
                  </a:cubicBezTo>
                  <a:cubicBezTo>
                    <a:pt x="45" y="136"/>
                    <a:pt x="0" y="82"/>
                    <a:pt x="0" y="54"/>
                  </a:cubicBezTo>
                  <a:cubicBezTo>
                    <a:pt x="0" y="24"/>
                    <a:pt x="25" y="0"/>
                    <a:pt x="54" y="0"/>
                  </a:cubicBezTo>
                  <a:cubicBezTo>
                    <a:pt x="84" y="0"/>
                    <a:pt x="108" y="24"/>
                    <a:pt x="108" y="54"/>
                  </a:cubicBezTo>
                  <a:cubicBezTo>
                    <a:pt x="108" y="82"/>
                    <a:pt x="64" y="136"/>
                    <a:pt x="59" y="142"/>
                  </a:cubicBezTo>
                  <a:cubicBezTo>
                    <a:pt x="58" y="143"/>
                    <a:pt x="56" y="144"/>
                    <a:pt x="54" y="144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1"/>
                    <a:pt x="12" y="54"/>
                  </a:cubicBezTo>
                  <a:cubicBezTo>
                    <a:pt x="12" y="72"/>
                    <a:pt x="40" y="110"/>
                    <a:pt x="54" y="129"/>
                  </a:cubicBezTo>
                  <a:cubicBezTo>
                    <a:pt x="69" y="110"/>
                    <a:pt x="96" y="72"/>
                    <a:pt x="96" y="54"/>
                  </a:cubicBezTo>
                  <a:cubicBezTo>
                    <a:pt x="96" y="31"/>
                    <a:pt x="78" y="12"/>
                    <a:pt x="5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4" name="Freeform 59">
              <a:extLst>
                <a:ext uri="{FF2B5EF4-FFF2-40B4-BE49-F238E27FC236}">
                  <a16:creationId xmlns:a16="http://schemas.microsoft.com/office/drawing/2014/main" id="{1D2D45F1-2BA4-144E-BFD4-CF2AE4D80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2" y="857"/>
              <a:ext cx="71" cy="71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12 h 48"/>
                <a:gd name="T12" fmla="*/ 12 w 48"/>
                <a:gd name="T13" fmla="*/ 24 h 48"/>
                <a:gd name="T14" fmla="*/ 24 w 48"/>
                <a:gd name="T15" fmla="*/ 36 h 48"/>
                <a:gd name="T16" fmla="*/ 36 w 48"/>
                <a:gd name="T17" fmla="*/ 24 h 48"/>
                <a:gd name="T18" fmla="*/ 24 w 48"/>
                <a:gd name="T19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8" y="11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8"/>
                    <a:pt x="12" y="24"/>
                  </a:cubicBezTo>
                  <a:cubicBezTo>
                    <a:pt x="12" y="31"/>
                    <a:pt x="18" y="36"/>
                    <a:pt x="24" y="36"/>
                  </a:cubicBezTo>
                  <a:cubicBezTo>
                    <a:pt x="31" y="36"/>
                    <a:pt x="36" y="31"/>
                    <a:pt x="36" y="24"/>
                  </a:cubicBezTo>
                  <a:cubicBezTo>
                    <a:pt x="36" y="18"/>
                    <a:pt x="31" y="12"/>
                    <a:pt x="24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5" name="Freeform 60">
              <a:extLst>
                <a:ext uri="{FF2B5EF4-FFF2-40B4-BE49-F238E27FC236}">
                  <a16:creationId xmlns:a16="http://schemas.microsoft.com/office/drawing/2014/main" id="{B9008D23-F674-6448-903D-C3B5D32E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2" y="607"/>
              <a:ext cx="213" cy="313"/>
            </a:xfrm>
            <a:custGeom>
              <a:avLst/>
              <a:gdLst>
                <a:gd name="T0" fmla="*/ 66 w 144"/>
                <a:gd name="T1" fmla="*/ 211 h 211"/>
                <a:gd name="T2" fmla="*/ 60 w 144"/>
                <a:gd name="T3" fmla="*/ 205 h 211"/>
                <a:gd name="T4" fmla="*/ 60 w 144"/>
                <a:gd name="T5" fmla="*/ 178 h 211"/>
                <a:gd name="T6" fmla="*/ 3 w 144"/>
                <a:gd name="T7" fmla="*/ 132 h 211"/>
                <a:gd name="T8" fmla="*/ 1 w 144"/>
                <a:gd name="T9" fmla="*/ 124 h 211"/>
                <a:gd name="T10" fmla="*/ 28 w 144"/>
                <a:gd name="T11" fmla="*/ 82 h 211"/>
                <a:gd name="T12" fmla="*/ 33 w 144"/>
                <a:gd name="T13" fmla="*/ 79 h 211"/>
                <a:gd name="T14" fmla="*/ 96 w 144"/>
                <a:gd name="T15" fmla="*/ 79 h 211"/>
                <a:gd name="T16" fmla="*/ 96 w 144"/>
                <a:gd name="T17" fmla="*/ 52 h 211"/>
                <a:gd name="T18" fmla="*/ 81 w 144"/>
                <a:gd name="T19" fmla="*/ 42 h 211"/>
                <a:gd name="T20" fmla="*/ 78 w 144"/>
                <a:gd name="T21" fmla="*/ 37 h 211"/>
                <a:gd name="T22" fmla="*/ 81 w 144"/>
                <a:gd name="T23" fmla="*/ 32 h 211"/>
                <a:gd name="T24" fmla="*/ 134 w 144"/>
                <a:gd name="T25" fmla="*/ 2 h 211"/>
                <a:gd name="T26" fmla="*/ 142 w 144"/>
                <a:gd name="T27" fmla="*/ 4 h 211"/>
                <a:gd name="T28" fmla="*/ 140 w 144"/>
                <a:gd name="T29" fmla="*/ 12 h 211"/>
                <a:gd name="T30" fmla="*/ 96 w 144"/>
                <a:gd name="T31" fmla="*/ 38 h 211"/>
                <a:gd name="T32" fmla="*/ 106 w 144"/>
                <a:gd name="T33" fmla="*/ 44 h 211"/>
                <a:gd name="T34" fmla="*/ 108 w 144"/>
                <a:gd name="T35" fmla="*/ 49 h 211"/>
                <a:gd name="T36" fmla="*/ 108 w 144"/>
                <a:gd name="T37" fmla="*/ 85 h 211"/>
                <a:gd name="T38" fmla="*/ 102 w 144"/>
                <a:gd name="T39" fmla="*/ 91 h 211"/>
                <a:gd name="T40" fmla="*/ 37 w 144"/>
                <a:gd name="T41" fmla="*/ 91 h 211"/>
                <a:gd name="T42" fmla="*/ 14 w 144"/>
                <a:gd name="T43" fmla="*/ 126 h 211"/>
                <a:gd name="T44" fmla="*/ 70 w 144"/>
                <a:gd name="T45" fmla="*/ 171 h 211"/>
                <a:gd name="T46" fmla="*/ 72 w 144"/>
                <a:gd name="T47" fmla="*/ 175 h 211"/>
                <a:gd name="T48" fmla="*/ 72 w 144"/>
                <a:gd name="T49" fmla="*/ 205 h 211"/>
                <a:gd name="T50" fmla="*/ 66 w 144"/>
                <a:gd name="T51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4" h="211">
                  <a:moveTo>
                    <a:pt x="66" y="211"/>
                  </a:moveTo>
                  <a:cubicBezTo>
                    <a:pt x="63" y="211"/>
                    <a:pt x="60" y="209"/>
                    <a:pt x="60" y="205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3" y="132"/>
                    <a:pt x="3" y="132"/>
                    <a:pt x="3" y="132"/>
                  </a:cubicBezTo>
                  <a:cubicBezTo>
                    <a:pt x="0" y="130"/>
                    <a:pt x="0" y="127"/>
                    <a:pt x="1" y="124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0" y="80"/>
                    <a:pt x="31" y="79"/>
                    <a:pt x="33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81" y="42"/>
                    <a:pt x="81" y="42"/>
                    <a:pt x="81" y="42"/>
                  </a:cubicBezTo>
                  <a:cubicBezTo>
                    <a:pt x="79" y="41"/>
                    <a:pt x="78" y="39"/>
                    <a:pt x="78" y="37"/>
                  </a:cubicBezTo>
                  <a:cubicBezTo>
                    <a:pt x="79" y="35"/>
                    <a:pt x="80" y="33"/>
                    <a:pt x="81" y="32"/>
                  </a:cubicBezTo>
                  <a:cubicBezTo>
                    <a:pt x="134" y="2"/>
                    <a:pt x="134" y="2"/>
                    <a:pt x="134" y="2"/>
                  </a:cubicBezTo>
                  <a:cubicBezTo>
                    <a:pt x="137" y="0"/>
                    <a:pt x="140" y="1"/>
                    <a:pt x="142" y="4"/>
                  </a:cubicBezTo>
                  <a:cubicBezTo>
                    <a:pt x="144" y="7"/>
                    <a:pt x="143" y="11"/>
                    <a:pt x="140" y="12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106" y="44"/>
                    <a:pt x="106" y="44"/>
                    <a:pt x="106" y="44"/>
                  </a:cubicBezTo>
                  <a:cubicBezTo>
                    <a:pt x="107" y="45"/>
                    <a:pt x="108" y="47"/>
                    <a:pt x="108" y="49"/>
                  </a:cubicBezTo>
                  <a:cubicBezTo>
                    <a:pt x="108" y="85"/>
                    <a:pt x="108" y="85"/>
                    <a:pt x="108" y="85"/>
                  </a:cubicBezTo>
                  <a:cubicBezTo>
                    <a:pt x="108" y="89"/>
                    <a:pt x="106" y="91"/>
                    <a:pt x="102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14" y="126"/>
                    <a:pt x="14" y="126"/>
                    <a:pt x="14" y="126"/>
                  </a:cubicBezTo>
                  <a:cubicBezTo>
                    <a:pt x="70" y="171"/>
                    <a:pt x="70" y="171"/>
                    <a:pt x="70" y="171"/>
                  </a:cubicBezTo>
                  <a:cubicBezTo>
                    <a:pt x="72" y="172"/>
                    <a:pt x="72" y="173"/>
                    <a:pt x="72" y="175"/>
                  </a:cubicBezTo>
                  <a:cubicBezTo>
                    <a:pt x="72" y="205"/>
                    <a:pt x="72" y="205"/>
                    <a:pt x="72" y="205"/>
                  </a:cubicBezTo>
                  <a:cubicBezTo>
                    <a:pt x="72" y="209"/>
                    <a:pt x="70" y="211"/>
                    <a:pt x="66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  <p:sp>
          <p:nvSpPr>
            <p:cNvPr id="376" name="Freeform 61">
              <a:extLst>
                <a:ext uri="{FF2B5EF4-FFF2-40B4-BE49-F238E27FC236}">
                  <a16:creationId xmlns:a16="http://schemas.microsoft.com/office/drawing/2014/main" id="{81B4FE17-16E8-1D46-A84D-C61DF767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3" y="665"/>
              <a:ext cx="112" cy="108"/>
            </a:xfrm>
            <a:custGeom>
              <a:avLst/>
              <a:gdLst>
                <a:gd name="T0" fmla="*/ 6 w 76"/>
                <a:gd name="T1" fmla="*/ 73 h 73"/>
                <a:gd name="T2" fmla="*/ 2 w 76"/>
                <a:gd name="T3" fmla="*/ 71 h 73"/>
                <a:gd name="T4" fmla="*/ 2 w 76"/>
                <a:gd name="T5" fmla="*/ 63 h 73"/>
                <a:gd name="T6" fmla="*/ 23 w 76"/>
                <a:gd name="T7" fmla="*/ 42 h 73"/>
                <a:gd name="T8" fmla="*/ 27 w 76"/>
                <a:gd name="T9" fmla="*/ 40 h 73"/>
                <a:gd name="T10" fmla="*/ 45 w 76"/>
                <a:gd name="T11" fmla="*/ 40 h 73"/>
                <a:gd name="T12" fmla="*/ 64 w 76"/>
                <a:gd name="T13" fmla="*/ 4 h 73"/>
                <a:gd name="T14" fmla="*/ 72 w 76"/>
                <a:gd name="T15" fmla="*/ 2 h 73"/>
                <a:gd name="T16" fmla="*/ 75 w 76"/>
                <a:gd name="T17" fmla="*/ 10 h 73"/>
                <a:gd name="T18" fmla="*/ 54 w 76"/>
                <a:gd name="T19" fmla="*/ 49 h 73"/>
                <a:gd name="T20" fmla="*/ 48 w 76"/>
                <a:gd name="T21" fmla="*/ 52 h 73"/>
                <a:gd name="T22" fmla="*/ 30 w 76"/>
                <a:gd name="T23" fmla="*/ 52 h 73"/>
                <a:gd name="T24" fmla="*/ 11 w 76"/>
                <a:gd name="T25" fmla="*/ 71 h 73"/>
                <a:gd name="T26" fmla="*/ 6 w 76"/>
                <a:gd name="T2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3">
                  <a:moveTo>
                    <a:pt x="6" y="73"/>
                  </a:moveTo>
                  <a:cubicBezTo>
                    <a:pt x="5" y="73"/>
                    <a:pt x="3" y="73"/>
                    <a:pt x="2" y="71"/>
                  </a:cubicBezTo>
                  <a:cubicBezTo>
                    <a:pt x="0" y="69"/>
                    <a:pt x="0" y="65"/>
                    <a:pt x="2" y="63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4" y="41"/>
                    <a:pt x="26" y="40"/>
                    <a:pt x="27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6" y="2"/>
                    <a:pt x="69" y="0"/>
                    <a:pt x="72" y="2"/>
                  </a:cubicBezTo>
                  <a:cubicBezTo>
                    <a:pt x="75" y="4"/>
                    <a:pt x="76" y="7"/>
                    <a:pt x="75" y="1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3" y="51"/>
                    <a:pt x="51" y="52"/>
                    <a:pt x="48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0" y="73"/>
                    <a:pt x="8" y="73"/>
                    <a:pt x="6" y="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439B37-7E18-2D43-9C03-BCA23C9C27E0}"/>
              </a:ext>
            </a:extLst>
          </p:cNvPr>
          <p:cNvSpPr txBox="1"/>
          <p:nvPr userDrawn="1"/>
        </p:nvSpPr>
        <p:spPr bwMode="auto">
          <a:xfrm>
            <a:off x="4732020" y="20802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05597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 bwMode="auto"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1316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66.xml"/><Relationship Id="rId37" Type="http://schemas.openxmlformats.org/officeDocument/2006/relationships/slideLayout" Target="../slideLayouts/slideLayout67.xml"/><Relationship Id="rId3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69.xml"/><Relationship Id="rId4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72.xml"/><Relationship Id="rId43" Type="http://schemas.openxmlformats.org/officeDocument/2006/relationships/slideLayout" Target="../slideLayouts/slideLayout73.xml"/><Relationship Id="rId44" Type="http://schemas.openxmlformats.org/officeDocument/2006/relationships/slideLayout" Target="../slideLayouts/slideLayout74.xml"/><Relationship Id="rId45" Type="http://schemas.openxmlformats.org/officeDocument/2006/relationships/slideLayout" Target="../slideLayouts/slideLayout75.xml"/><Relationship Id="rId46" Type="http://schemas.openxmlformats.org/officeDocument/2006/relationships/theme" Target="../theme/theme5.xml"/><Relationship Id="rId47" Type="http://schemas.openxmlformats.org/officeDocument/2006/relationships/image" Target="../media/image5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ccenture_Strategy" hidden="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22" name="Accenture_Operations" hidden="1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27" name="Accenture_Mobility" hidden="1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25" name="Accenture_Interactive" hidden="1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26" name="Accenture_Analytics" hidden="1"/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7" name="Accenture_Digital" hidden="1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4" name="Accenture_Consulting" hidden="1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38799" y="6244783"/>
            <a:ext cx="1942440" cy="330692"/>
          </a:xfrm>
          <a:prstGeom prst="rect">
            <a:avLst/>
          </a:prstGeom>
        </p:spPr>
      </p:pic>
      <p:grpSp>
        <p:nvGrpSpPr>
          <p:cNvPr id="14" name="Accenture_Master" hidden="1"/>
          <p:cNvGrpSpPr/>
          <p:nvPr userDrawn="1"/>
        </p:nvGrpSpPr>
        <p:grpSpPr bwMode="auto">
          <a:xfrm>
            <a:off x="345019" y="6249814"/>
            <a:ext cx="957526" cy="276934"/>
            <a:chOff x="476250" y="397668"/>
            <a:chExt cx="2195577" cy="635000"/>
          </a:xfrm>
        </p:grpSpPr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1758865" y="397668"/>
              <a:ext cx="206059" cy="214470"/>
            </a:xfrm>
            <a:custGeom>
              <a:avLst/>
              <a:gdLst>
                <a:gd name="T0" fmla="*/ 0 w 72"/>
                <a:gd name="T1" fmla="*/ 0 h 74"/>
                <a:gd name="T2" fmla="*/ 0 w 72"/>
                <a:gd name="T3" fmla="*/ 2 h 74"/>
                <a:gd name="T4" fmla="*/ 0 w 72"/>
                <a:gd name="T5" fmla="*/ 16 h 74"/>
                <a:gd name="T6" fmla="*/ 53 w 72"/>
                <a:gd name="T7" fmla="*/ 37 h 74"/>
                <a:gd name="T8" fmla="*/ 0 w 72"/>
                <a:gd name="T9" fmla="*/ 57 h 74"/>
                <a:gd name="T10" fmla="*/ 0 w 72"/>
                <a:gd name="T11" fmla="*/ 74 h 74"/>
                <a:gd name="T12" fmla="*/ 72 w 72"/>
                <a:gd name="T13" fmla="*/ 44 h 74"/>
                <a:gd name="T14" fmla="*/ 72 w 72"/>
                <a:gd name="T15" fmla="*/ 29 h 74"/>
                <a:gd name="T16" fmla="*/ 0 w 72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4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46" y="34"/>
                    <a:pt x="53" y="37"/>
                  </a:cubicBezTo>
                  <a:cubicBezTo>
                    <a:pt x="46" y="40"/>
                    <a:pt x="0" y="57"/>
                    <a:pt x="0" y="57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29"/>
                    <a:pt x="72" y="29"/>
                    <a:pt x="72" y="2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6" name="Accenture Black"/>
            <p:cNvPicPr>
              <a:picLocks noChangeAspect="1"/>
            </p:cNvPicPr>
            <p:nvPr userDrawn="1"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476250" y="641561"/>
              <a:ext cx="2195577" cy="391107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45018" y="332076"/>
            <a:ext cx="10027707" cy="776139"/>
          </a:xfrm>
          <a:prstGeom prst="rect">
            <a:avLst/>
          </a:prstGeom>
        </p:spPr>
        <p:txBody>
          <a:bodyPr vert="horz" lIns="0" tIns="0" rIns="130101" bIns="0" rtlCol="0" anchor="t" anchorCtr="0">
            <a:noAutofit/>
          </a:bodyPr>
          <a:lstStyle/>
          <a:p>
            <a:r>
              <a:rPr lang="en-US"/>
              <a:t>CONTENT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45018" y="1764072"/>
            <a:ext cx="11491383" cy="4293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21280" y="6410856"/>
            <a:ext cx="334195" cy="13849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>
            <a:lvl1pPr algn="r">
              <a:defRPr sz="900" b="1" i="0">
                <a:solidFill>
                  <a:schemeClr val="tx2"/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3"/>
          <p:cNvSpPr txBox="1"/>
          <p:nvPr userDrawn="1"/>
        </p:nvSpPr>
        <p:spPr bwMode="auto">
          <a:xfrm>
            <a:off x="8963706" y="6410856"/>
            <a:ext cx="2728956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67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5350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3023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30697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8372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6046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3719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61394" algn="l" defTabSz="815350" rtl="0" eaLnBrk="1" latinLnBrk="0" hangingPunct="1">
              <a:defRPr sz="16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1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Copyright © 2020 Accenture. All rights reserved. </a:t>
            </a:r>
            <a:endParaRPr lang="en-AU" sz="1000" b="0" i="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6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hdr="0" ftr="0" dt="0"/>
  <p:txStyles>
    <p:titleStyle>
      <a:lvl1pPr algn="l" defTabSz="1734634" rtl="0" eaLnBrk="1" latinLnBrk="0" hangingPunct="1">
        <a:lnSpc>
          <a:spcPct val="80000"/>
        </a:lnSpc>
        <a:spcBef>
          <a:spcPct val="0"/>
        </a:spcBef>
        <a:buNone/>
        <a:defRPr sz="2800" b="0" i="0" kern="1200" cap="all" spc="-133" baseline="0">
          <a:solidFill>
            <a:schemeClr val="tx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1pPr>
      <a:lvl2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2pPr>
      <a:lvl3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1" i="0" kern="1200" cap="none" baseline="0">
          <a:solidFill>
            <a:schemeClr val="tx1"/>
          </a:solidFill>
          <a:latin typeface="+mn-lt"/>
          <a:ea typeface="Arial Black" charset="0"/>
          <a:cs typeface="Arial Black" charset="0"/>
        </a:defRPr>
      </a:lvl3pPr>
      <a:lvl4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4pPr>
      <a:lvl5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00" b="0" i="0" kern="1200" cap="none" baseline="0">
          <a:solidFill>
            <a:schemeClr val="tx2"/>
          </a:solidFill>
          <a:latin typeface="+mn-lt"/>
          <a:ea typeface="Arial Black" charset="0"/>
          <a:cs typeface="Arial Black" charset="0"/>
        </a:defRPr>
      </a:lvl5pPr>
      <a:lvl6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2133" b="1" i="0" kern="1200" cap="none" baseline="0">
          <a:solidFill>
            <a:schemeClr val="tx2"/>
          </a:solidFill>
          <a:latin typeface="Arial Bold" charset="0"/>
          <a:ea typeface="Arial Bold" charset="0"/>
          <a:cs typeface="Arial Bold" charset="0"/>
        </a:defRPr>
      </a:lvl6pPr>
      <a:lvl7pPr marL="0" indent="0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None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7pPr>
      <a:lvl8pPr marL="182875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old" charset="0"/>
          <a:cs typeface="Arial Bold" charset="0"/>
        </a:defRPr>
      </a:lvl8pPr>
      <a:lvl9pPr marL="365751" indent="-182875" algn="l" defTabSz="1734634" rtl="0" eaLnBrk="1" latinLnBrk="0" hangingPunct="1">
        <a:lnSpc>
          <a:spcPct val="90000"/>
        </a:lnSpc>
        <a:spcBef>
          <a:spcPts val="800"/>
        </a:spcBef>
        <a:buFont typeface="Arial" charset="0"/>
        <a:buChar char="•"/>
        <a:defRPr sz="1867" b="1" i="0" kern="1200" cap="none" baseline="0">
          <a:solidFill>
            <a:schemeClr val="tx1"/>
          </a:solidFill>
          <a:latin typeface="Arial Bold" charset="0"/>
          <a:ea typeface="Arial Black" charset="0"/>
          <a:cs typeface="Arial Black" charset="0"/>
        </a:defRPr>
      </a:lvl9pPr>
    </p:bodyStyle>
    <p:otherStyle>
      <a:defPPr>
        <a:defRPr lang="en-US"/>
      </a:defPPr>
      <a:lvl1pPr marL="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6731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734634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601951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4pPr>
      <a:lvl5pPr marL="3469269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5pPr>
      <a:lvl6pPr marL="4336586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6pPr>
      <a:lvl7pPr marL="5203903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7pPr>
      <a:lvl8pPr marL="6071220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8pPr>
      <a:lvl9pPr marL="6938537" algn="l" defTabSz="1734634" rtl="0" eaLnBrk="1" latinLnBrk="0" hangingPunct="1">
        <a:defRPr sz="34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05">
          <p15:clr>
            <a:srgbClr val="F26B43"/>
          </p15:clr>
        </p15:guide>
        <p15:guide id="2" pos="1152">
          <p15:clr>
            <a:srgbClr val="F26B43"/>
          </p15:clr>
        </p15:guide>
        <p15:guide id="3" pos="211">
          <p15:clr>
            <a:srgbClr val="F26B43"/>
          </p15:clr>
        </p15:guide>
        <p15:guide id="5" orient="horz" pos="2610">
          <p15:clr>
            <a:srgbClr val="F26B43"/>
          </p15:clr>
        </p15:guide>
        <p15:guide id="7" orient="horz" pos="204">
          <p15:clr>
            <a:srgbClr val="F26B43"/>
          </p15:clr>
        </p15:guide>
        <p15:guide id="8" orient="horz" pos="3816">
          <p15:clr>
            <a:srgbClr val="F26B43"/>
          </p15:clr>
        </p15:guide>
        <p15:guide id="9" orient="horz" pos="1111">
          <p15:clr>
            <a:srgbClr val="F26B43"/>
          </p15:clr>
        </p15:guide>
        <p15:guide id="11" pos="7468">
          <p15:clr>
            <a:srgbClr val="F26B43"/>
          </p15:clr>
        </p15:guide>
        <p15:guide id="12" pos="1872">
          <p15:clr>
            <a:srgbClr val="F26B43"/>
          </p15:clr>
        </p15:guide>
        <p15:guide id="13" pos="4884">
          <p15:clr>
            <a:srgbClr val="F26B43"/>
          </p15:clr>
        </p15:guide>
        <p15:guide id="14" pos="5604">
          <p15:clr>
            <a:srgbClr val="F26B43"/>
          </p15:clr>
        </p15:guide>
        <p15:guide id="15" pos="2088">
          <p15:clr>
            <a:srgbClr val="F26B43"/>
          </p15:clr>
        </p15:guide>
        <p15:guide id="16" pos="3954">
          <p15:clr>
            <a:srgbClr val="F26B43"/>
          </p15:clr>
        </p15:guide>
        <p15:guide id="17" pos="6534">
          <p15:clr>
            <a:srgbClr val="F26B43"/>
          </p15:clr>
        </p15:guide>
        <p15:guide id="18" pos="930">
          <p15:clr>
            <a:srgbClr val="F26B43"/>
          </p15:clr>
        </p15:guide>
        <p15:guide id="19" pos="2802">
          <p15:clr>
            <a:srgbClr val="F26B43"/>
          </p15:clr>
        </p15:guide>
        <p15:guide id="20" pos="3024">
          <p15:clr>
            <a:srgbClr val="F26B43"/>
          </p15:clr>
        </p15:guide>
        <p15:guide id="21" pos="3738">
          <p15:clr>
            <a:srgbClr val="F26B43"/>
          </p15:clr>
        </p15:guide>
        <p15:guide id="22" pos="4668">
          <p15:clr>
            <a:srgbClr val="F26B43"/>
          </p15:clr>
        </p15:guide>
        <p15:guide id="23" pos="5820">
          <p15:clr>
            <a:srgbClr val="F26B43"/>
          </p15:clr>
        </p15:guide>
        <p15:guide id="24" pos="6750">
          <p15:clr>
            <a:srgbClr val="F26B43"/>
          </p15:clr>
        </p15:guide>
        <p15:guide id="25" orient="horz" pos="1410">
          <p15:clr>
            <a:srgbClr val="F26B43"/>
          </p15:clr>
        </p15:guide>
        <p15:guide id="26" orient="horz" pos="411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1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© 2019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506202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7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/>
  <p:txStyles>
    <p:titleStyle>
      <a:lvl1pPr marL="0" indent="0" algn="l" defTabSz="913828" rtl="0" eaLnBrk="1" latinLnBrk="0" hangingPunct="1">
        <a:lnSpc>
          <a:spcPct val="70000"/>
        </a:lnSpc>
        <a:spcBef>
          <a:spcPct val="0"/>
        </a:spcBef>
        <a:buNone/>
        <a:defRPr sz="3997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28" indent="0" algn="l" defTabSz="913828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798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573" indent="-230044" algn="l" defTabSz="913828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2pPr>
      <a:lvl3pPr marL="514029" indent="-230044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685372" indent="-171343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856715" indent="-177689" algn="l" defTabSz="913828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1028057" indent="-172930" algn="l" defTabSz="9138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28" indent="0" algn="l" defTabSz="913828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28" indent="0" algn="l" defTabSz="913828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799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28" indent="0" algn="l" defTabSz="913828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8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43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5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72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86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400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315" algn="l" defTabSz="9138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2AE4F36-359F-42BB-BC40-67DB56E226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E159033-193F-44B0-8A56-3553AFF6DA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04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099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 bwMode="auto"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2021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 bwMode="auto"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auto"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 bwMode="auto"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Wednesday, January 7, 2026</a:t>
            </a:fld>
            <a:endParaRPr lang="en-US"/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6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EF79-A80B-BEFB-68E2-BB425091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2D1370-5C3F-EC5E-5A6F-77C65BF44301}"/>
              </a:ext>
            </a:extLst>
          </p:cNvPr>
          <p:cNvSpPr/>
          <p:nvPr/>
        </p:nvSpPr>
        <p:spPr bwMode="auto">
          <a:xfrm>
            <a:off x="8737113" y="6402629"/>
            <a:ext cx="2958248" cy="356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pic>
        <p:nvPicPr>
          <p:cNvPr id="41" name="Picture 40" descr="A picture containing match, blur, light, night sky&#10;&#10;Description automatically generated">
            <a:extLst>
              <a:ext uri="{FF2B5EF4-FFF2-40B4-BE49-F238E27FC236}">
                <a16:creationId xmlns:a16="http://schemas.microsoft.com/office/drawing/2014/main" id="{78D91363-E7BB-2E56-6C8E-4AF56C6131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-14069" y="1"/>
            <a:ext cx="12196997" cy="1080322"/>
          </a:xfrm>
          <a:prstGeom prst="rect">
            <a:avLst/>
          </a:prstGeom>
        </p:spPr>
      </p:pic>
      <p:sp>
        <p:nvSpPr>
          <p:cNvPr id="2" name="Name">
            <a:extLst>
              <a:ext uri="{FF2B5EF4-FFF2-40B4-BE49-F238E27FC236}">
                <a16:creationId xmlns:a16="http://schemas.microsoft.com/office/drawing/2014/main" id="{C1F64369-6A9D-7D64-C9E9-4710AA5E33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76203" y="182158"/>
            <a:ext cx="9165877" cy="454419"/>
          </a:xfrm>
        </p:spPr>
        <p:txBody>
          <a:bodyPr vert="horz" lIns="0" tIns="45720" rIns="0" bIns="0" rtlCol="0" anchor="t" anchorCtr="0">
            <a:noAutofit/>
          </a:bodyPr>
          <a:lstStyle/>
          <a:p>
            <a:r>
              <a:t>REDACTED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CE3B7A-951C-E591-3505-3A2AA6BA556E}"/>
              </a:ext>
            </a:extLst>
          </p:cNvPr>
          <p:cNvSpPr txBox="1"/>
          <p:nvPr/>
        </p:nvSpPr>
        <p:spPr bwMode="auto">
          <a:xfrm>
            <a:off x="9043243" y="1093826"/>
            <a:ext cx="2671916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CERTIFICATIONS/TRAINING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2" name="Functional Experience Title">
            <a:extLst>
              <a:ext uri="{FF2B5EF4-FFF2-40B4-BE49-F238E27FC236}">
                <a16:creationId xmlns:a16="http://schemas.microsoft.com/office/drawing/2014/main" id="{8D5E4FDA-322D-AF9F-4E7F-32693A71A137}"/>
              </a:ext>
            </a:extLst>
          </p:cNvPr>
          <p:cNvSpPr txBox="1"/>
          <p:nvPr/>
        </p:nvSpPr>
        <p:spPr bwMode="auto">
          <a:xfrm>
            <a:off x="6042494" y="1076332"/>
            <a:ext cx="2438580" cy="21481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Functional</a:t>
            </a:r>
            <a:r>
              <a:rPr lang="en-US" sz="1000" b="1" cap="all" dirty="0">
                <a:solidFill>
                  <a:schemeClr val="accent3"/>
                </a:solidFill>
                <a:latin typeface="Graphik" panose="020B0503030202060203" pitchFamily="34" charset="0"/>
              </a:rPr>
              <a:t> </a:t>
            </a:r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Experience</a:t>
            </a:r>
          </a:p>
        </p:txBody>
      </p:sp>
      <p:sp>
        <p:nvSpPr>
          <p:cNvPr id="83" name="Functional Experience">
            <a:extLst>
              <a:ext uri="{FF2B5EF4-FFF2-40B4-BE49-F238E27FC236}">
                <a16:creationId xmlns:a16="http://schemas.microsoft.com/office/drawing/2014/main" id="{E9051F38-C913-7B81-6161-D05EF61AFB2E}"/>
              </a:ext>
            </a:extLst>
          </p:cNvPr>
          <p:cNvSpPr/>
          <p:nvPr/>
        </p:nvSpPr>
        <p:spPr bwMode="auto">
          <a:xfrm>
            <a:off x="6042494" y="1319386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numCol="2" rtlCol="0" anchor="t"/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• Demand Planning Manager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Supply Chain Analyst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Data Warehousing Analyst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Data Engineer Specialist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BI Reporting Analyst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878AD1-404C-221B-9429-BB73A38C6819}"/>
              </a:ext>
            </a:extLst>
          </p:cNvPr>
          <p:cNvSpPr txBox="1"/>
          <p:nvPr/>
        </p:nvSpPr>
        <p:spPr bwMode="auto">
          <a:xfrm>
            <a:off x="3038795" y="1086913"/>
            <a:ext cx="2438581" cy="21144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INDUSTRY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70D67C-A56D-8B9D-8147-01009832910A}"/>
              </a:ext>
            </a:extLst>
          </p:cNvPr>
          <p:cNvSpPr txBox="1"/>
          <p:nvPr/>
        </p:nvSpPr>
        <p:spPr bwMode="auto">
          <a:xfrm>
            <a:off x="161308" y="1076332"/>
            <a:ext cx="1787993" cy="27530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Consulting analyst  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C7BCEB-73FA-4E2C-17E2-4E118C22C26C}"/>
              </a:ext>
            </a:extLst>
          </p:cNvPr>
          <p:cNvSpPr/>
          <p:nvPr/>
        </p:nvSpPr>
        <p:spPr bwMode="auto">
          <a:xfrm>
            <a:off x="176203" y="1320636"/>
            <a:ext cx="2779956" cy="104007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lvl="1"/>
            <a:r>
              <a:rPr lang="en-US" sz="1000"/>
              <a:t>.com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8972D7-AAE4-B6B4-1DE8-2511F48AD400}"/>
              </a:ext>
            </a:extLst>
          </p:cNvPr>
          <p:cNvSpPr txBox="1"/>
          <p:nvPr/>
        </p:nvSpPr>
        <p:spPr bwMode="auto">
          <a:xfrm>
            <a:off x="161309" y="2443548"/>
            <a:ext cx="2021910" cy="28835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>
                <a:solidFill>
                  <a:schemeClr val="accent3"/>
                </a:solidFill>
                <a:latin typeface="Graphik Black" panose="020B0A03030202060203" pitchFamily="34" charset="0"/>
              </a:rPr>
              <a:t>PROFILE OVERVIEW</a:t>
            </a:r>
            <a:endParaRPr lang="en-IN" sz="1400" cap="all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BE5D0-7C9C-E5B7-3F7F-19F443ADF945}"/>
              </a:ext>
            </a:extLst>
          </p:cNvPr>
          <p:cNvSpPr/>
          <p:nvPr/>
        </p:nvSpPr>
        <p:spPr bwMode="auto">
          <a:xfrm>
            <a:off x="91712" y="2731907"/>
            <a:ext cx="2281305" cy="39439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err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D27CD4-D79E-85AC-C0CA-4D6427BBA49C}"/>
              </a:ext>
            </a:extLst>
          </p:cNvPr>
          <p:cNvSpPr txBox="1"/>
          <p:nvPr/>
        </p:nvSpPr>
        <p:spPr bwMode="auto">
          <a:xfrm>
            <a:off x="2681832" y="2568731"/>
            <a:ext cx="2424539" cy="303562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sz="1400" cap="all" dirty="0">
                <a:solidFill>
                  <a:schemeClr val="accent3"/>
                </a:solidFill>
                <a:latin typeface="Graphik Black" panose="020B0A03030202060203" pitchFamily="34" charset="0"/>
              </a:rPr>
              <a:t>RELEVANT EXPERIENCE</a:t>
            </a:r>
            <a:endParaRPr lang="en-IN" sz="1400" cap="all" dirty="0">
              <a:solidFill>
                <a:schemeClr val="accent3"/>
              </a:solidFill>
              <a:latin typeface="Graphik Black" panose="020B0A030302020602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DCC61B-C9AA-A012-7A2C-961E71569BF1}"/>
              </a:ext>
            </a:extLst>
          </p:cNvPr>
          <p:cNvSpPr txBox="1"/>
          <p:nvPr/>
        </p:nvSpPr>
        <p:spPr bwMode="auto">
          <a:xfrm>
            <a:off x="-213581" y="1331881"/>
            <a:ext cx="3020038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900" dirty="0">
                <a:solidFill>
                  <a:schemeClr val="tx1"/>
                </a:solidFill>
              </a:rPr>
              <a:t>Accenture</a:t>
            </a:r>
            <a:endParaRPr lang="en-US" sz="900" dirty="0"/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Buenos Aires, </a:t>
            </a:r>
            <a:r>
              <a:rPr lang="en-US" sz="900" dirty="0"/>
              <a:t>Argentina</a:t>
            </a:r>
          </a:p>
          <a:p>
            <a:pPr lvl="1"/>
            <a:r>
              <a:rPr lang="en-US" sz="900" dirty="0"/>
              <a:t>ID@accenture.com</a:t>
            </a:r>
            <a:endParaRPr lang="en-IN" sz="900" dirty="0"/>
          </a:p>
        </p:txBody>
      </p:sp>
      <p:sp>
        <p:nvSpPr>
          <p:cNvPr id="94" name="Profile Overview">
            <a:extLst>
              <a:ext uri="{FF2B5EF4-FFF2-40B4-BE49-F238E27FC236}">
                <a16:creationId xmlns:a16="http://schemas.microsoft.com/office/drawing/2014/main" id="{F64E254A-46CE-2906-815F-B5205C464FDB}"/>
              </a:ext>
            </a:extLst>
          </p:cNvPr>
          <p:cNvSpPr txBox="1"/>
          <p:nvPr/>
        </p:nvSpPr>
        <p:spPr bwMode="auto">
          <a:xfrm>
            <a:off x="176203" y="3085806"/>
            <a:ext cx="2097224" cy="21508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Seasoned supply chain professional focused on Control Tower analytics and automation, with expertise in </a:t>
            </a:r>
            <a:r>
              <a:rPr b="1" sz="900">
                <a:solidFill>
                  <a:srgbClr val="000000"/>
                </a:solidFill>
                <a:latin typeface="Graphik"/>
              </a:rPr>
              <a:t>SQL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R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Databricks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ETL</a:t>
            </a:r>
            <a:r>
              <a:rPr sz="900">
                <a:solidFill>
                  <a:srgbClr val="000000"/>
                </a:solidFill>
                <a:latin typeface="Graphik"/>
              </a:rPr>
              <a:t> and </a:t>
            </a:r>
            <a:r>
              <a:rPr b="1" sz="900">
                <a:solidFill>
                  <a:srgbClr val="000000"/>
                </a:solidFill>
                <a:latin typeface="Graphik"/>
              </a:rPr>
              <a:t>SAP</a:t>
            </a:r>
            <a:r>
              <a:rPr sz="900">
                <a:solidFill>
                  <a:srgbClr val="000000"/>
                </a:solidFill>
                <a:latin typeface="Graphik"/>
              </a:rPr>
              <a:t>. Experienced in demand planning, data warehousing, dashboarding and automating pipelines to reduce costs, improve availability and save FTE hours.</a:t>
            </a:r>
          </a:p>
        </p:txBody>
      </p:sp>
      <p:sp>
        <p:nvSpPr>
          <p:cNvPr id="9" name="Certifications/Training">
            <a:extLst>
              <a:ext uri="{FF2B5EF4-FFF2-40B4-BE49-F238E27FC236}">
                <a16:creationId xmlns:a16="http://schemas.microsoft.com/office/drawing/2014/main" id="{71B193FC-F2D3-5DA3-1F04-65CBF2BBF29D}"/>
              </a:ext>
            </a:extLst>
          </p:cNvPr>
          <p:cNvSpPr/>
          <p:nvPr/>
        </p:nvSpPr>
        <p:spPr bwMode="auto">
          <a:xfrm>
            <a:off x="9062606" y="1335713"/>
            <a:ext cx="2994823" cy="101571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numCol="2" rtlCol="0" anchor="t"/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• Power BI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Python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SQL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R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Databricks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KNIME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ETL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SAP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Azure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Power Automate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MATLAB</a:t>
            </a:r>
          </a:p>
        </p:txBody>
      </p:sp>
      <p:sp>
        <p:nvSpPr>
          <p:cNvPr id="10" name="Industry Experience">
            <a:extLst>
              <a:ext uri="{FF2B5EF4-FFF2-40B4-BE49-F238E27FC236}">
                <a16:creationId xmlns:a16="http://schemas.microsoft.com/office/drawing/2014/main" id="{6ECBA181-C1C9-E14E-5E54-9E5013BA0CA8}"/>
              </a:ext>
            </a:extLst>
          </p:cNvPr>
          <p:cNvSpPr/>
          <p:nvPr/>
        </p:nvSpPr>
        <p:spPr bwMode="auto">
          <a:xfrm>
            <a:off x="3038795" y="1328673"/>
            <a:ext cx="2909076" cy="10320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• Consumer Goods and Services</a:t>
            </a:r>
          </a:p>
        </p:txBody>
      </p:sp>
      <p:sp>
        <p:nvSpPr>
          <p:cNvPr id="19" name="Role_4">
            <a:extLst>
              <a:ext uri="{FF2B5EF4-FFF2-40B4-BE49-F238E27FC236}">
                <a16:creationId xmlns:a16="http://schemas.microsoft.com/office/drawing/2014/main" id="{FFB55E94-8910-6298-C43A-391082182327}"/>
              </a:ext>
            </a:extLst>
          </p:cNvPr>
          <p:cNvSpPr/>
          <p:nvPr/>
        </p:nvSpPr>
        <p:spPr bwMode="auto">
          <a:xfrm>
            <a:off x="2539627" y="5752651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2" name="Role_3">
            <a:extLst>
              <a:ext uri="{FF2B5EF4-FFF2-40B4-BE49-F238E27FC236}">
                <a16:creationId xmlns:a16="http://schemas.microsoft.com/office/drawing/2014/main" id="{37A796FA-51D2-713B-BAAC-3387DC6C4D71}"/>
              </a:ext>
            </a:extLst>
          </p:cNvPr>
          <p:cNvSpPr/>
          <p:nvPr/>
        </p:nvSpPr>
        <p:spPr bwMode="auto">
          <a:xfrm>
            <a:off x="2539622" y="4770664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/>
            </a:r>
            <a:r>
              <a:rPr b="1" sz="900">
                <a:solidFill>
                  <a:srgbClr val="000000"/>
                </a:solidFill>
                <a:latin typeface="Graphik"/>
              </a:rPr>
              <a:t>Customer Team Logistics Analyst</a:t>
            </a:r>
            <a:r>
              <a:rPr sz="900">
                <a:solidFill>
                  <a:srgbClr val="000000"/>
                </a:solidFill>
                <a:latin typeface="Graphik"/>
              </a:rPr>
              <a:t/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Drove continuous improvement of plant/DC maintenance events by visualizing KPIs and detecting out-of-target issues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KNIME</a:t>
            </a:r>
            <a:r>
              <a:rPr sz="900">
                <a:solidFill>
                  <a:srgbClr val="000000"/>
                </a:solidFill>
                <a:latin typeface="Graphik"/>
              </a:rPr>
              <a:t>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Managed </a:t>
            </a:r>
            <a:r>
              <a:rPr b="1" sz="900">
                <a:solidFill>
                  <a:srgbClr val="000000"/>
                </a:solidFill>
                <a:latin typeface="Graphik"/>
              </a:rPr>
              <a:t>SAP</a:t>
            </a:r>
            <a:r>
              <a:rPr sz="900">
                <a:solidFill>
                  <a:srgbClr val="000000"/>
                </a:solidFill>
                <a:latin typeface="Graphik"/>
              </a:rPr>
              <a:t> purchase order data extraction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Excel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KNIME</a:t>
            </a:r>
            <a:r>
              <a:rPr sz="900">
                <a:solidFill>
                  <a:srgbClr val="000000"/>
                </a:solidFill>
                <a:latin typeface="Graphik"/>
              </a:rPr>
              <a:t>,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 to produce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 reports that raised on-shelf availability from 82% to 90%+.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Reduced Cost-to-Serve by 15% through data-driven reporting and process changes and developed ETL solutions and quality logistics procedures for high-volume and hazardous shipments.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Coordinated cross-functional stakeholders to navigate import constraints and improve shipment compliance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ETL</a:t>
            </a:r>
            <a:r>
              <a:rPr sz="900">
                <a:solidFill>
                  <a:srgbClr val="000000"/>
                </a:solidFill>
                <a:latin typeface="Graphik"/>
              </a:rPr>
              <a:t> and analytics.</a:t>
            </a:r>
          </a:p>
        </p:txBody>
      </p:sp>
      <p:sp>
        <p:nvSpPr>
          <p:cNvPr id="8" name="Role_2">
            <a:extLst>
              <a:ext uri="{FF2B5EF4-FFF2-40B4-BE49-F238E27FC236}">
                <a16:creationId xmlns:a16="http://schemas.microsoft.com/office/drawing/2014/main" id="{5288B3D2-004B-227E-C016-D0091B070F01}"/>
              </a:ext>
            </a:extLst>
          </p:cNvPr>
          <p:cNvSpPr/>
          <p:nvPr/>
        </p:nvSpPr>
        <p:spPr bwMode="auto">
          <a:xfrm>
            <a:off x="2539623" y="3781207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/>
            </a:r>
            <a:r>
              <a:rPr b="1" sz="900">
                <a:solidFill>
                  <a:srgbClr val="000000"/>
                </a:solidFill>
                <a:latin typeface="Graphik"/>
              </a:rPr>
              <a:t>Finished &amp; Raw Product Analytics Manager</a:t>
            </a:r>
            <a:r>
              <a:rPr sz="900">
                <a:solidFill>
                  <a:srgbClr val="000000"/>
                </a:solidFill>
                <a:latin typeface="Graphik"/>
              </a:rPr>
              <a:t/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Owned end-to-end imports and led a 4-person team while co-facilitating PDCA reviews to track logistics and production performance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SAP</a:t>
            </a:r>
            <a:r>
              <a:rPr sz="900">
                <a:solidFill>
                  <a:srgbClr val="000000"/>
                </a:solidFill>
                <a:latin typeface="Graphik"/>
              </a:rPr>
              <a:t> and analytics.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Orchestrated Just-In-Time inbound flows through daily alignment with regional and national planners/buyers, cutting lead time by 5 days and improving supply responsiveness.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Built reporting methodologies with </a:t>
            </a:r>
            <a:r>
              <a:rPr b="1" sz="900">
                <a:solidFill>
                  <a:srgbClr val="000000"/>
                </a:solidFill>
                <a:latin typeface="Graphik"/>
              </a:rPr>
              <a:t>Excel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Automate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SAP</a:t>
            </a:r>
            <a:r>
              <a:rPr sz="900">
                <a:solidFill>
                  <a:srgbClr val="000000"/>
                </a:solidFill>
                <a:latin typeface="Graphik"/>
              </a:rPr>
              <a:t>,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 to identify extra costs and deliver monthly savings of $40,000 (container lay-time) and $25,000 (customs).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Implemented inventory and allocation analytics to optimize finished and raw product flows leveraging </a:t>
            </a:r>
            <a:r>
              <a:rPr b="1" sz="900">
                <a:solidFill>
                  <a:srgbClr val="000000"/>
                </a:solidFill>
                <a:latin typeface="Graphik"/>
              </a:rPr>
              <a:t>ETL</a:t>
            </a:r>
            <a:r>
              <a:rPr sz="900">
                <a:solidFill>
                  <a:srgbClr val="000000"/>
                </a:solidFill>
                <a:latin typeface="Graphik"/>
              </a:rPr>
              <a:t> practices and data visualization.</a:t>
            </a:r>
          </a:p>
        </p:txBody>
      </p:sp>
      <p:sp>
        <p:nvSpPr>
          <p:cNvPr id="11" name="Role_1">
            <a:extLst>
              <a:ext uri="{FF2B5EF4-FFF2-40B4-BE49-F238E27FC236}">
                <a16:creationId xmlns:a16="http://schemas.microsoft.com/office/drawing/2014/main" id="{24AD3B3C-AB7A-606F-785F-0A3872C61933}"/>
              </a:ext>
            </a:extLst>
          </p:cNvPr>
          <p:cNvSpPr>
            <a:spLocks noChangeAspect="1"/>
          </p:cNvSpPr>
          <p:nvPr/>
        </p:nvSpPr>
        <p:spPr bwMode="auto">
          <a:xfrm>
            <a:off x="2556533" y="2792760"/>
            <a:ext cx="9306139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/>
            </a:r>
            <a:r>
              <a:rPr b="1" sz="900">
                <a:solidFill>
                  <a:srgbClr val="000000"/>
                </a:solidFill>
                <a:latin typeface="Graphik"/>
              </a:rPr>
              <a:t>Demand Planner Manager</a:t>
            </a:r>
            <a:r>
              <a:rPr sz="900">
                <a:solidFill>
                  <a:srgbClr val="000000"/>
                </a:solidFill>
                <a:latin typeface="Graphik"/>
              </a:rPr>
              <a:t/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Led operation strategy and daily production scheduling with plant and brand managers, driving a 5 percentage-point revenue increase in 8 months using advanced forecasting techniques with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, </a:t>
            </a:r>
            <a:r>
              <a:rPr b="1" sz="900">
                <a:solidFill>
                  <a:srgbClr val="000000"/>
                </a:solidFill>
                <a:latin typeface="Graphik"/>
              </a:rPr>
              <a:t>KNIME</a:t>
            </a:r>
            <a:r>
              <a:rPr sz="900">
                <a:solidFill>
                  <a:srgbClr val="000000"/>
                </a:solidFill>
                <a:latin typeface="Graphik"/>
              </a:rPr>
              <a:t>, and </a:t>
            </a:r>
            <a:r>
              <a:rPr b="1" sz="900">
                <a:solidFill>
                  <a:srgbClr val="000000"/>
                </a:solidFill>
                <a:latin typeface="Graphik"/>
              </a:rPr>
              <a:t>SQL</a:t>
            </a:r>
            <a:r>
              <a:rPr sz="900">
                <a:solidFill>
                  <a:srgbClr val="000000"/>
                </a:solidFill>
                <a:latin typeface="Graphik"/>
              </a:rPr>
              <a:t>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Designed and implemented </a:t>
            </a:r>
            <a:r>
              <a:rPr b="1" sz="900">
                <a:solidFill>
                  <a:srgbClr val="000000"/>
                </a:solidFill>
                <a:latin typeface="Graphik"/>
              </a:rPr>
              <a:t>Databricks</a:t>
            </a:r>
            <a:r>
              <a:rPr sz="900">
                <a:solidFill>
                  <a:srgbClr val="000000"/>
                </a:solidFill>
                <a:latin typeface="Graphik"/>
              </a:rPr>
              <a:t> ETL pipelines and automated allocation dashboards in </a:t>
            </a:r>
            <a:r>
              <a:rPr b="1" sz="900">
                <a:solidFill>
                  <a:srgbClr val="000000"/>
                </a:solidFill>
                <a:latin typeface="Graphik"/>
              </a:rPr>
              <a:t>Power BI</a:t>
            </a:r>
            <a:r>
              <a:rPr sz="900">
                <a:solidFill>
                  <a:srgbClr val="000000"/>
                </a:solidFill>
                <a:latin typeface="Graphik"/>
              </a:rPr>
              <a:t>, reducing inter-plant transport costs by $50,000/month.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Coordinated ETL workflows for production prioritization and container offloading using </a:t>
            </a:r>
            <a:r>
              <a:rPr b="1" sz="900">
                <a:solidFill>
                  <a:srgbClr val="000000"/>
                </a:solidFill>
                <a:latin typeface="Graphik"/>
              </a:rPr>
              <a:t>Excel</a:t>
            </a:r>
            <a:r>
              <a:rPr sz="900">
                <a:solidFill>
                  <a:srgbClr val="000000"/>
                </a:solidFill>
                <a:latin typeface="Graphik"/>
              </a:rPr>
              <a:t> and </a:t>
            </a:r>
            <a:r>
              <a:rPr b="1" sz="900">
                <a:solidFill>
                  <a:srgbClr val="000000"/>
                </a:solidFill>
                <a:latin typeface="Graphik"/>
              </a:rPr>
              <a:t>Python</a:t>
            </a:r>
            <a:r>
              <a:rPr sz="900">
                <a:solidFill>
                  <a:srgbClr val="000000"/>
                </a:solidFill>
                <a:latin typeface="Graphik"/>
              </a:rPr>
              <a:t>, achieving 60 DOH safety stock and zero NPI cost.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• Built </a:t>
            </a:r>
            <a:r>
              <a:rPr b="1" sz="900">
                <a:solidFill>
                  <a:srgbClr val="000000"/>
                </a:solidFill>
                <a:latin typeface="Graphik"/>
              </a:rPr>
              <a:t>Databricks</a:t>
            </a:r>
            <a:r>
              <a:rPr sz="900">
                <a:solidFill>
                  <a:srgbClr val="000000"/>
                </a:solidFill>
                <a:latin typeface="Graphik"/>
              </a:rPr>
              <a:t> dashboards, </a:t>
            </a:r>
            <a:r>
              <a:rPr b="1" sz="900">
                <a:solidFill>
                  <a:srgbClr val="000000"/>
                </a:solidFill>
                <a:latin typeface="Graphik"/>
              </a:rPr>
              <a:t>Azure</a:t>
            </a:r>
            <a:r>
              <a:rPr sz="900">
                <a:solidFill>
                  <a:srgbClr val="000000"/>
                </a:solidFill>
                <a:latin typeface="Graphik"/>
              </a:rPr>
              <a:t> pipelines and automation scripts to streamline reporting, saving the equivalent of 100 FTE hours.</a:t>
            </a:r>
          </a:p>
        </p:txBody>
      </p:sp>
      <p:sp>
        <p:nvSpPr>
          <p:cNvPr id="7" name="Professional Education">
            <a:extLst>
              <a:ext uri="{FF2B5EF4-FFF2-40B4-BE49-F238E27FC236}">
                <a16:creationId xmlns:a16="http://schemas.microsoft.com/office/drawing/2014/main" id="{73A0B597-58C0-C7EE-5A6C-B777D3F8B34D}"/>
              </a:ext>
            </a:extLst>
          </p:cNvPr>
          <p:cNvSpPr txBox="1"/>
          <p:nvPr/>
        </p:nvSpPr>
        <p:spPr bwMode="auto">
          <a:xfrm>
            <a:off x="125250" y="55028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Bachelor of Science, Mechanical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1ED2E-7B52-530D-F82B-0FF43AB3E667}"/>
              </a:ext>
            </a:extLst>
          </p:cNvPr>
          <p:cNvSpPr txBox="1"/>
          <p:nvPr/>
        </p:nvSpPr>
        <p:spPr bwMode="auto">
          <a:xfrm>
            <a:off x="176203" y="2845259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Experience: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1079B-10E4-6701-020A-3B0F4C5ADA77}"/>
              </a:ext>
            </a:extLst>
          </p:cNvPr>
          <p:cNvSpPr txBox="1"/>
          <p:nvPr/>
        </p:nvSpPr>
        <p:spPr bwMode="auto">
          <a:xfrm>
            <a:off x="131200" y="5276048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Professional Education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22BC53-A3BE-DAF2-2571-C81FCE512EE2}"/>
              </a:ext>
            </a:extLst>
          </p:cNvPr>
          <p:cNvSpPr txBox="1"/>
          <p:nvPr/>
        </p:nvSpPr>
        <p:spPr bwMode="auto">
          <a:xfrm>
            <a:off x="116204" y="5994651"/>
            <a:ext cx="2202327" cy="2267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900" b="1" dirty="0"/>
              <a:t>Languages</a:t>
            </a:r>
          </a:p>
        </p:txBody>
      </p:sp>
      <p:sp>
        <p:nvSpPr>
          <p:cNvPr id="16" name="Languages">
            <a:extLst>
              <a:ext uri="{FF2B5EF4-FFF2-40B4-BE49-F238E27FC236}">
                <a16:creationId xmlns:a16="http://schemas.microsoft.com/office/drawing/2014/main" id="{7A4B052E-EA8A-0F35-0E7B-AD42F08A7A26}"/>
              </a:ext>
            </a:extLst>
          </p:cNvPr>
          <p:cNvSpPr txBox="1"/>
          <p:nvPr/>
        </p:nvSpPr>
        <p:spPr bwMode="auto">
          <a:xfrm>
            <a:off x="116204" y="6138420"/>
            <a:ext cx="2112119" cy="45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sz="900">
                <a:solidFill>
                  <a:srgbClr val="000000"/>
                </a:solidFill>
                <a:latin typeface="Graphik"/>
              </a:rPr>
              <a:t>Spanish C2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German C2</a:t>
            </a:r>
          </a:p>
          <a:p>
            <a:r>
              <a:rPr sz="900">
                <a:solidFill>
                  <a:srgbClr val="000000"/>
                </a:solidFill>
                <a:latin typeface="Graphik"/>
              </a:rPr>
              <a:t>English C1</a:t>
            </a:r>
          </a:p>
        </p:txBody>
      </p:sp>
      <p:sp>
        <p:nvSpPr>
          <p:cNvPr id="17" name="Digi">
            <a:extLst>
              <a:ext uri="{FF2B5EF4-FFF2-40B4-BE49-F238E27FC236}">
                <a16:creationId xmlns:a16="http://schemas.microsoft.com/office/drawing/2014/main" id="{166E707A-0361-B304-32E9-8DFA52DC2FD9}"/>
              </a:ext>
            </a:extLst>
          </p:cNvPr>
          <p:cNvSpPr txBox="1">
            <a:spLocks/>
          </p:cNvSpPr>
          <p:nvPr/>
        </p:nvSpPr>
        <p:spPr bwMode="auto">
          <a:xfrm>
            <a:off x="161308" y="694380"/>
            <a:ext cx="5206831" cy="450720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n-US" sz="2400" cap="all" spc="-133" dirty="0">
                <a:solidFill>
                  <a:schemeClr val="bg1"/>
                </a:solidFill>
              </a:rPr>
              <a:t>Supply chain digital strategy </a:t>
            </a:r>
          </a:p>
        </p:txBody>
      </p:sp>
      <p:sp>
        <p:nvSpPr>
          <p:cNvPr id="18" name="Tower">
            <a:extLst>
              <a:ext uri="{FF2B5EF4-FFF2-40B4-BE49-F238E27FC236}">
                <a16:creationId xmlns:a16="http://schemas.microsoft.com/office/drawing/2014/main" id="{9833FF2C-F110-4414-3D54-CF132C25FB03}"/>
              </a:ext>
            </a:extLst>
          </p:cNvPr>
          <p:cNvSpPr txBox="1">
            <a:spLocks/>
          </p:cNvSpPr>
          <p:nvPr/>
        </p:nvSpPr>
        <p:spPr bwMode="auto">
          <a:xfrm>
            <a:off x="5168639" y="696210"/>
            <a:ext cx="2994823" cy="314221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734634">
              <a:lnSpc>
                <a:spcPct val="70000"/>
              </a:lnSpc>
              <a:spcAft>
                <a:spcPct val="0"/>
              </a:spcAft>
            </a:pPr>
            <a:r>
              <a:rPr lang="es-AR" sz="2400" cap="all" spc="-133" dirty="0">
                <a:solidFill>
                  <a:schemeClr val="bg1"/>
                </a:solidFill>
                <a:latin typeface="Graphik" panose="020B0503030202060203" pitchFamily="34" charset="0"/>
              </a:rPr>
              <a:t>CONTROL TOWER</a:t>
            </a:r>
            <a:endParaRPr lang="en-US" sz="2400" cap="all" spc="-133" dirty="0">
              <a:solidFill>
                <a:schemeClr val="bg1"/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3998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heme/theme1.xml><?xml version="1.0" encoding="utf-8"?>
<a:theme xmlns:a="http://schemas.openxmlformats.org/drawingml/2006/main" name="4_16-3406 Accenture Security Template 16x9">
  <a:themeElements>
    <a:clrScheme name="Custom 13">
      <a:dk1>
        <a:srgbClr val="000000"/>
      </a:dk1>
      <a:lt1>
        <a:srgbClr val="FFFFFF"/>
      </a:lt1>
      <a:dk2>
        <a:srgbClr val="969696"/>
      </a:dk2>
      <a:lt2>
        <a:srgbClr val="5A5A5A"/>
      </a:lt2>
      <a:accent1>
        <a:srgbClr val="FF0000"/>
      </a:accent1>
      <a:accent2>
        <a:srgbClr val="BD001D"/>
      </a:accent2>
      <a:accent3>
        <a:srgbClr val="710012"/>
      </a:accent3>
      <a:accent4>
        <a:srgbClr val="BEBEBE"/>
      </a:accent4>
      <a:accent5>
        <a:srgbClr val="969696"/>
      </a:accent5>
      <a:accent6>
        <a:srgbClr val="5A5A5A"/>
      </a:accent6>
      <a:hlink>
        <a:srgbClr val="FF0000"/>
      </a:hlink>
      <a:folHlink>
        <a:srgbClr val="BD001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17-1143 Accenture Technology Brand PPT (002) [Read-Only]" id="{3DF19122-EAFB-4EB2-A5CF-D0BBC7E1244B}" vid="{4B9FB44B-5063-4951-9157-8DCE94C9B8E9}"/>
    </a:ext>
  </a:extLst>
</a:theme>
</file>

<file path=ppt/theme/theme2.xml><?xml version="1.0" encoding="utf-8"?>
<a:theme xmlns:a="http://schemas.openxmlformats.org/drawingml/2006/main" name="3_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39" id="{F1753C0F-C4C1-454E-89E4-047D1DA32713}" vid="{5D7B26DD-ED43-0649-90AC-1F69102A5DE1}"/>
    </a:ext>
  </a:extLst>
</a:theme>
</file>

<file path=ppt/theme/theme3.xml><?xml version="1.0" encoding="utf-8"?>
<a:theme xmlns:a="http://schemas.openxmlformats.org/drawingml/2006/main" name="1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4.xml><?xml version="1.0" encoding="utf-8"?>
<a:theme xmlns:a="http://schemas.openxmlformats.org/drawingml/2006/main" name="10_Content Layouts">
  <a:themeElements>
    <a:clrScheme name="Custom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F3FF"/>
      </a:accent1>
      <a:accent2>
        <a:srgbClr val="A100FF"/>
      </a:accent2>
      <a:accent3>
        <a:srgbClr val="7E00FF"/>
      </a:accent3>
      <a:accent4>
        <a:srgbClr val="7500C0"/>
      </a:accent4>
      <a:accent5>
        <a:srgbClr val="5F0095"/>
      </a:accent5>
      <a:accent6>
        <a:srgbClr val="380089"/>
      </a:accent6>
      <a:hlink>
        <a:srgbClr val="00B6BF"/>
      </a:hlink>
      <a:folHlink>
        <a:srgbClr val="85C0FB"/>
      </a:folHlink>
    </a:clrScheme>
    <a:fontScheme name="Graphik theme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New Applied Now SP Template v3" id="{17D9E3FB-A4B2-4AE5-B60F-FB3E82BB9545}" vid="{13EF20C7-5734-4C1D-A795-9535B2974735}"/>
    </a:ext>
  </a:extLst>
</a:theme>
</file>

<file path=ppt/theme/theme5.xml><?xml version="1.0" encoding="utf-8"?>
<a:theme xmlns:a="http://schemas.openxmlformats.org/drawingml/2006/main" name="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A25CC4-4D27-4A4F-AA51-3BCE3C8CA6E0}">
  <we:reference id="e921727a-40fa-404e-9414-b75b6ce9aa14" version="2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CF4D2A3EC1247BFF8AD769CCE1D3A" ma:contentTypeVersion="19" ma:contentTypeDescription="Create a new document." ma:contentTypeScope="" ma:versionID="82d2eae086acadf0eb7a2bc4839876dd">
  <xsd:schema xmlns:xsd="http://www.w3.org/2001/XMLSchema" xmlns:xs="http://www.w3.org/2001/XMLSchema" xmlns:p="http://schemas.microsoft.com/office/2006/metadata/properties" xmlns:ns2="f0fe8902-9293-4bc6-8463-bf4775438475" xmlns:ns3="dd6ff422-3b23-44de-bab4-b089fec94da1" targetNamespace="http://schemas.microsoft.com/office/2006/metadata/properties" ma:root="true" ma:fieldsID="841a171dd99ba7c6619b1229bf62af2d" ns2:_="" ns3:_="">
    <xsd:import namespace="f0fe8902-9293-4bc6-8463-bf4775438475"/>
    <xsd:import namespace="dd6ff422-3b23-44de-bab4-b089fec94d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Reviewcomplete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fe8902-9293-4bc6-8463-bf47754384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viewcomplete_x003f_" ma:index="25" nillable="true" ma:displayName="Review complete?" ma:default="0" ma:description="Review completed by Sameer?" ma:format="Dropdown" ma:internalName="Reviewcomplete_x003f_">
      <xsd:simpleType>
        <xsd:restriction base="dms:Boolea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6ff422-3b23-44de-bab4-b089fec94d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ce78389-5a07-4f57-9066-0f4b96ed29cd}" ma:internalName="TaxCatchAll" ma:showField="CatchAllData" ma:web="dd6ff422-3b23-44de-bab4-b089fec94d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fe8902-9293-4bc6-8463-bf4775438475">
      <Terms xmlns="http://schemas.microsoft.com/office/infopath/2007/PartnerControls"/>
    </lcf76f155ced4ddcb4097134ff3c332f>
    <TaxCatchAll xmlns="dd6ff422-3b23-44de-bab4-b089fec94da1" xsi:nil="true"/>
    <SharedWithUsers xmlns="dd6ff422-3b23-44de-bab4-b089fec94da1">
      <UserInfo>
        <DisplayName>Buceta, Pablo</DisplayName>
        <AccountId>1200</AccountId>
        <AccountType/>
      </UserInfo>
      <UserInfo>
        <DisplayName>Marrone, Bianca</DisplayName>
        <AccountId>1248</AccountId>
        <AccountType/>
      </UserInfo>
    </SharedWithUsers>
    <Reviewcomplete_x003f_ xmlns="f0fe8902-9293-4bc6-8463-bf4775438475">false</Reviewcomplete_x003f_>
  </documentManagement>
</p:properties>
</file>

<file path=customXml/itemProps1.xml><?xml version="1.0" encoding="utf-8"?>
<ds:datastoreItem xmlns:ds="http://schemas.openxmlformats.org/officeDocument/2006/customXml" ds:itemID="{2CA8E424-6065-414E-A422-A119EC9723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AB4336-F66D-4593-A525-497B28CED438}">
  <ds:schemaRefs>
    <ds:schemaRef ds:uri="dd6ff422-3b23-44de-bab4-b089fec94da1"/>
    <ds:schemaRef ds:uri="f0fe8902-9293-4bc6-8463-bf47754384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3891EFF-DC2F-4EA8-BFEB-1345A57ADC76}">
  <ds:schemaRefs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dd6ff422-3b23-44de-bab4-b089fec94da1"/>
    <ds:schemaRef ds:uri="f0fe8902-9293-4bc6-8463-bf4775438475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45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Aptos</vt:lpstr>
      <vt:lpstr>Arial</vt:lpstr>
      <vt:lpstr>Arial Black</vt:lpstr>
      <vt:lpstr>Arial Bold</vt:lpstr>
      <vt:lpstr>Calibri</vt:lpstr>
      <vt:lpstr>Graphik</vt:lpstr>
      <vt:lpstr>Graphik Black</vt:lpstr>
      <vt:lpstr>Graphik Regular</vt:lpstr>
      <vt:lpstr>GT Sectra Fine</vt:lpstr>
      <vt:lpstr>System Font</vt:lpstr>
      <vt:lpstr>4_16-3406 Accenture Security Template 16x9</vt:lpstr>
      <vt:lpstr>3_Content Layouts</vt:lpstr>
      <vt:lpstr>1_Content Layouts</vt:lpstr>
      <vt:lpstr>10_Content Layouts</vt:lpstr>
      <vt:lpstr>Office Theme</vt:lpstr>
      <vt:lpstr>NAME Surname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EXPERIENCE TEMPLATE</dc:title>
  <dc:creator>Hussain, Misbah</dc:creator>
  <cp:lastModifiedBy>Fraire, Maribel</cp:lastModifiedBy>
  <cp:revision>84</cp:revision>
  <dcterms:created xsi:type="dcterms:W3CDTF">2020-06-02T06:52:03Z</dcterms:created>
  <dcterms:modified xsi:type="dcterms:W3CDTF">2026-01-07T12:03:37Z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0x010100077CF4D2A3EC1247BFF8AD769CCE1D3A</vt:lpwstr>
  </property>
  <property fmtid="{D5CDD505-2E9C-101B-9397-08002B2CF9AE}" pid="3" name="MediaServiceImageTags">
    <vt:lpwstr/>
  </property>
</Properties>
</file>